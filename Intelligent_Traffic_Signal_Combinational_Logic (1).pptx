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73" r:id="rId6"/>
    <p:sldId id="271" r:id="rId7"/>
    <p:sldId id="260" r:id="rId8"/>
    <p:sldId id="262" r:id="rId9"/>
    <p:sldId id="266" r:id="rId10"/>
    <p:sldId id="272" r:id="rId11"/>
    <p:sldId id="267"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91" d="100"/>
          <a:sy n="91" d="100"/>
        </p:scale>
        <p:origin x="34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endParaRPr lang="en-US" dirty="0"/>
          </a:p>
        </p:txBody>
      </p:sp>
      <p:sp>
        <p:nvSpPr>
          <p:cNvPr id="6" name="Title 5"/>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p:cNvSpPr>
            <a:spLocks noGrp="1"/>
          </p:cNvSpPr>
          <p:nvPr>
            <p:ph type="dt" sz="half" idx="14"/>
          </p:nvPr>
        </p:nvSpPr>
        <p:spPr/>
        <p:txBody>
          <a:bodyPr/>
          <a:lstStyle/>
          <a:p>
            <a:fld id="{5BCAD085-E8A6-8845-BD4E-CB4CCA059FC4}" type="datetimeFigureOut">
              <a:rPr lang="en-US" smtClean="0"/>
            </a:fld>
            <a:endParaRPr lang="en-US"/>
          </a:p>
        </p:txBody>
      </p:sp>
      <p:sp>
        <p:nvSpPr>
          <p:cNvPr id="12" name="Footer Placeholder 11"/>
          <p:cNvSpPr>
            <a:spLocks noGrp="1"/>
          </p:cNvSpPr>
          <p:nvPr>
            <p:ph type="ftr" sz="quarter" idx="15"/>
          </p:nvPr>
        </p:nvSpPr>
        <p:spPr/>
        <p:txBody>
          <a:bodyPr/>
          <a:lstStyle/>
          <a:p>
            <a:endParaRPr lang="en-US"/>
          </a:p>
        </p:txBody>
      </p:sp>
      <p:sp>
        <p:nvSpPr>
          <p:cNvPr id="14" name="Slide Number Placeholder 13"/>
          <p:cNvSpPr>
            <a:spLocks noGrp="1"/>
          </p:cNvSpPr>
          <p:nvPr>
            <p:ph type="sldNum" sz="quarter" idx="16"/>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p:cSld name="Content">
    <p:spTree>
      <p:nvGrpSpPr>
        <p:cNvPr id="1" name=""/>
        <p:cNvGrpSpPr/>
        <p:nvPr/>
      </p:nvGrpSpPr>
      <p:grpSpPr>
        <a:xfrm>
          <a:off x="0" y="0"/>
          <a:ext cx="0" cy="0"/>
          <a:chOff x="0" y="0"/>
          <a:chExt cx="0" cy="0"/>
        </a:xfrm>
      </p:grpSpPr>
      <p:sp>
        <p:nvSpPr>
          <p:cNvPr id="2" name="Title 1"/>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p:cNvSpPr>
            <a:spLocks noGrp="1"/>
          </p:cNvSpPr>
          <p:nvPr>
            <p:ph type="dt" sz="half" idx="14"/>
          </p:nvPr>
        </p:nvSpPr>
        <p:spPr/>
        <p:txBody>
          <a:bodyPr/>
          <a:lstStyle/>
          <a:p>
            <a:fld id="{5BCAD085-E8A6-8845-BD4E-CB4CCA059FC4}" type="datetimeFigureOut">
              <a:rPr lang="en-US" smtClean="0"/>
            </a:fld>
            <a:endParaRPr lang="en-US"/>
          </a:p>
        </p:txBody>
      </p:sp>
      <p:sp>
        <p:nvSpPr>
          <p:cNvPr id="7" name="Footer Placeholder 6"/>
          <p:cNvSpPr>
            <a:spLocks noGrp="1"/>
          </p:cNvSpPr>
          <p:nvPr>
            <p:ph type="ftr" sz="quarter" idx="15"/>
          </p:nvPr>
        </p:nvSpPr>
        <p:spPr/>
        <p:txBody>
          <a:bodyPr/>
          <a:lstStyle/>
          <a:p>
            <a:endParaRPr lang="en-US"/>
          </a:p>
        </p:txBody>
      </p:sp>
      <p:sp>
        <p:nvSpPr>
          <p:cNvPr id="9" name="Slide Number Placeholder 8"/>
          <p:cNvSpPr>
            <a:spLocks noGrp="1"/>
          </p:cNvSpPr>
          <p:nvPr>
            <p:ph type="sldNum" sz="quarter" idx="16"/>
          </p:nvPr>
        </p:nvSpPr>
        <p:spPr/>
        <p:txBody>
          <a:bodyPr/>
          <a:lstStyle/>
          <a:p>
            <a:fld id="{C1FF6DA9-008F-8B48-92A6-B652298478BF}" type="slidenum">
              <a:rPr lang="en-US" smtClean="0"/>
            </a:fld>
            <a:endParaRPr lang="en-US"/>
          </a:p>
        </p:txBody>
      </p:sp>
      <p:sp>
        <p:nvSpPr>
          <p:cNvPr id="8" name="Content Placeholder 7"/>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cxnSp>
        <p:nvCxnSpPr>
          <p:cNvPr id="4" name="Straight Connector 3"/>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endParaRPr lang="en-US" dirty="0"/>
          </a:p>
        </p:txBody>
      </p:sp>
      <p:sp>
        <p:nvSpPr>
          <p:cNvPr id="10" name="Title 9"/>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p:cNvSpPr>
            <a:spLocks noGrp="1"/>
          </p:cNvSpPr>
          <p:nvPr>
            <p:ph type="dt" sz="half" idx="14"/>
          </p:nvPr>
        </p:nvSpPr>
        <p:spPr>
          <a:xfrm>
            <a:off x="7620000" y="210312"/>
            <a:ext cx="1473201" cy="365760"/>
          </a:xfrm>
        </p:spPr>
        <p:txBody>
          <a:bodyPr/>
          <a:lstStyle/>
          <a:p>
            <a:fld id="{5BCAD085-E8A6-8845-BD4E-CB4CCA059FC4}" type="datetimeFigureOut">
              <a:rPr lang="en-US" smtClean="0"/>
            </a:fld>
            <a:endParaRPr lang="en-US"/>
          </a:p>
        </p:txBody>
      </p:sp>
      <p:sp>
        <p:nvSpPr>
          <p:cNvPr id="8" name="Footer Placeholder 7"/>
          <p:cNvSpPr>
            <a:spLocks noGrp="1"/>
          </p:cNvSpPr>
          <p:nvPr>
            <p:ph type="ftr" sz="quarter" idx="15"/>
          </p:nvPr>
        </p:nvSpPr>
        <p:spPr>
          <a:xfrm>
            <a:off x="9164921" y="210312"/>
            <a:ext cx="2181351" cy="365760"/>
          </a:xfrm>
        </p:spPr>
        <p:txBody>
          <a:bodyPr/>
          <a:lstStyle/>
          <a:p>
            <a:endParaRPr lang="en-US"/>
          </a:p>
        </p:txBody>
      </p:sp>
      <p:sp>
        <p:nvSpPr>
          <p:cNvPr id="13" name="Slide Number Placeholder 12"/>
          <p:cNvSpPr>
            <a:spLocks noGrp="1"/>
          </p:cNvSpPr>
          <p:nvPr>
            <p:ph type="sldNum" sz="quarter" idx="16"/>
          </p:nvPr>
        </p:nvSpPr>
        <p:spPr>
          <a:xfrm>
            <a:off x="11447711" y="210312"/>
            <a:ext cx="448805" cy="365760"/>
          </a:xfrm>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Title">
    <p:spTree>
      <p:nvGrpSpPr>
        <p:cNvPr id="1" name=""/>
        <p:cNvGrpSpPr/>
        <p:nvPr/>
      </p:nvGrpSpPr>
      <p:grpSpPr>
        <a:xfrm>
          <a:off x="0" y="0"/>
          <a:ext cx="0" cy="0"/>
          <a:chOff x="0" y="0"/>
          <a:chExt cx="0" cy="0"/>
        </a:xfrm>
      </p:grpSpPr>
      <p:sp>
        <p:nvSpPr>
          <p:cNvPr id="5" name="Title 4"/>
          <p:cNvSpPr>
            <a:spLocks noGrp="1"/>
          </p:cNvSpPr>
          <p:nvPr>
            <p:ph type="title"/>
          </p:nvPr>
        </p:nvSpPr>
        <p:spPr>
          <a:xfrm>
            <a:off x="274320" y="1133214"/>
            <a:ext cx="11631478" cy="1825674"/>
          </a:xfrm>
        </p:spPr>
        <p:txBody>
          <a:bodyPr anchor="t"/>
          <a:lstStyle>
            <a:lvl1pPr>
              <a:defRPr sz="5000"/>
            </a:lvl1pPr>
          </a:lstStyle>
          <a:p>
            <a:r>
              <a:rPr lang="en-US"/>
              <a:t>Click to edit Master title style</a:t>
            </a:r>
            <a:endParaRPr lang="en-US"/>
          </a:p>
        </p:txBody>
      </p:sp>
      <p:sp>
        <p:nvSpPr>
          <p:cNvPr id="7" name="Subtitle 2"/>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p:cNvSpPr>
            <a:spLocks noGrp="1"/>
          </p:cNvSpPr>
          <p:nvPr>
            <p:ph type="dt" sz="half" idx="10"/>
          </p:nvPr>
        </p:nvSpPr>
        <p:spPr/>
        <p:txBody>
          <a:bodyPr/>
          <a:lstStyle/>
          <a:p>
            <a:fld id="{5BCAD085-E8A6-8845-BD4E-CB4CCA059FC4}" type="datetimeFigureOut">
              <a:rPr lang="en-US" smtClean="0"/>
            </a:fld>
            <a:endParaRPr lang="en-US"/>
          </a:p>
        </p:txBody>
      </p:sp>
      <p:sp>
        <p:nvSpPr>
          <p:cNvPr id="16" name="Footer Placeholder 15"/>
          <p:cNvSpPr>
            <a:spLocks noGrp="1"/>
          </p:cNvSpPr>
          <p:nvPr>
            <p:ph type="ftr" sz="quarter" idx="11"/>
          </p:nvPr>
        </p:nvSpPr>
        <p:spPr/>
        <p:txBody>
          <a:bodyPr/>
          <a:lstStyle/>
          <a:p>
            <a:endParaRPr lang="en-US"/>
          </a:p>
        </p:txBody>
      </p:sp>
      <p:sp>
        <p:nvSpPr>
          <p:cNvPr id="17" name="Slide Number Placeholder 16"/>
          <p:cNvSpPr>
            <a:spLocks noGrp="1"/>
          </p:cNvSpPr>
          <p:nvPr>
            <p:ph type="sldNum" sz="quarter" idx="12"/>
          </p:nvPr>
        </p:nvSpPr>
        <p:spPr/>
        <p:txBody>
          <a:bodyPr/>
          <a:lstStyle/>
          <a:p>
            <a:fld id="{C1FF6DA9-008F-8B48-92A6-B652298478BF}" type="slidenum">
              <a:rPr lang="en-US" smtClean="0"/>
            </a:fld>
            <a:endParaRPr lang="en-US"/>
          </a:p>
        </p:txBody>
      </p:sp>
      <p:sp>
        <p:nvSpPr>
          <p:cNvPr id="11" name="Rectangle 10"/>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p:cSld name="Agenda">
    <p:spTree>
      <p:nvGrpSpPr>
        <p:cNvPr id="1" name=""/>
        <p:cNvGrpSpPr/>
        <p:nvPr/>
      </p:nvGrpSpPr>
      <p:grpSpPr>
        <a:xfrm>
          <a:off x="0" y="0"/>
          <a:ext cx="0" cy="0"/>
          <a:chOff x="0" y="0"/>
          <a:chExt cx="0" cy="0"/>
        </a:xfrm>
      </p:grpSpPr>
      <p:sp>
        <p:nvSpPr>
          <p:cNvPr id="3" name="Rectangle 2"/>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p:cNvSpPr>
            <a:spLocks noGrp="1"/>
          </p:cNvSpPr>
          <p:nvPr>
            <p:ph type="dt" sz="half" idx="14"/>
          </p:nvPr>
        </p:nvSpPr>
        <p:spPr/>
        <p:txBody>
          <a:bodyPr/>
          <a:lstStyle/>
          <a:p>
            <a:fld id="{5BCAD085-E8A6-8845-BD4E-CB4CCA059FC4}" type="datetimeFigureOut">
              <a:rPr lang="en-US" smtClean="0"/>
            </a:fld>
            <a:endParaRPr lang="en-US"/>
          </a:p>
        </p:txBody>
      </p:sp>
      <p:sp>
        <p:nvSpPr>
          <p:cNvPr id="14" name="Footer Placeholder 13"/>
          <p:cNvSpPr>
            <a:spLocks noGrp="1"/>
          </p:cNvSpPr>
          <p:nvPr>
            <p:ph type="ftr" sz="quarter" idx="15"/>
          </p:nvPr>
        </p:nvSpPr>
        <p:spPr>
          <a:xfrm>
            <a:off x="7909368" y="210114"/>
            <a:ext cx="2509284" cy="365760"/>
          </a:xfrm>
        </p:spPr>
        <p:txBody>
          <a:bodyPr/>
          <a:lstStyle/>
          <a:p>
            <a:endParaRPr lang="en-US"/>
          </a:p>
        </p:txBody>
      </p:sp>
      <p:sp>
        <p:nvSpPr>
          <p:cNvPr id="15" name="Slide Number Placeholder 14"/>
          <p:cNvSpPr>
            <a:spLocks noGrp="1"/>
          </p:cNvSpPr>
          <p:nvPr>
            <p:ph type="sldNum" sz="quarter" idx="16"/>
          </p:nvPr>
        </p:nvSpPr>
        <p:spPr/>
        <p:txBody>
          <a:bodyPr/>
          <a:lstStyle/>
          <a:p>
            <a:fld id="{C1FF6DA9-008F-8B48-92A6-B652298478BF}" type="slidenum">
              <a:rPr lang="en-US" smtClean="0"/>
            </a:fld>
            <a:endParaRPr lang="en-US"/>
          </a:p>
        </p:txBody>
      </p:sp>
      <p:sp>
        <p:nvSpPr>
          <p:cNvPr id="7" name="Content Placeholder 6"/>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cxnSp>
        <p:nvCxnSpPr>
          <p:cNvPr id="12" name="Straight Connector 11"/>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p:cNvSpPr>
            <a:spLocks noGrp="1"/>
          </p:cNvSpPr>
          <p:nvPr>
            <p:ph type="dt" sz="half" idx="14"/>
          </p:nvPr>
        </p:nvSpPr>
        <p:spPr>
          <a:xfrm>
            <a:off x="419100" y="210114"/>
            <a:ext cx="2064089" cy="365760"/>
          </a:xfrm>
        </p:spPr>
        <p:txBody>
          <a:bodyPr/>
          <a:lstStyle>
            <a:lvl1pPr>
              <a:defRPr>
                <a:solidFill>
                  <a:schemeClr val="tx1"/>
                </a:solidFill>
              </a:defRPr>
            </a:lvl1pPr>
          </a:lstStyle>
          <a:p>
            <a:fld id="{5BCAD085-E8A6-8845-BD4E-CB4CCA059FC4}" type="datetimeFigureOut">
              <a:rPr lang="en-US" smtClean="0"/>
            </a:fld>
            <a:endParaRPr lang="en-US"/>
          </a:p>
        </p:txBody>
      </p:sp>
      <p:sp>
        <p:nvSpPr>
          <p:cNvPr id="8" name="Footer Placeholder 7"/>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US"/>
          </a:p>
        </p:txBody>
      </p:sp>
      <p:sp>
        <p:nvSpPr>
          <p:cNvPr id="9" name="Slide Number Placeholder 8"/>
          <p:cNvSpPr>
            <a:spLocks noGrp="1"/>
          </p:cNvSpPr>
          <p:nvPr>
            <p:ph type="sldNum" sz="quarter" idx="16"/>
          </p:nvPr>
        </p:nvSpPr>
        <p:spPr/>
        <p:txBody>
          <a:bodyPr/>
          <a:lstStyle/>
          <a:p>
            <a:fld id="{C1FF6DA9-008F-8B48-92A6-B652298478BF}" type="slidenum">
              <a:rPr lang="en-US" smtClean="0"/>
            </a:fld>
            <a:endParaRPr lang="en-US"/>
          </a:p>
        </p:txBody>
      </p:sp>
      <p:sp>
        <p:nvSpPr>
          <p:cNvPr id="7" name="Content Placeholder 6"/>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5" name="Picture Placeholder 14"/>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p:cSld name="Content 2">
    <p:spTree>
      <p:nvGrpSpPr>
        <p:cNvPr id="1" name=""/>
        <p:cNvGrpSpPr/>
        <p:nvPr/>
      </p:nvGrpSpPr>
      <p:grpSpPr>
        <a:xfrm>
          <a:off x="0" y="0"/>
          <a:ext cx="0" cy="0"/>
          <a:chOff x="0" y="0"/>
          <a:chExt cx="0" cy="0"/>
        </a:xfrm>
      </p:grpSpPr>
      <p:sp>
        <p:nvSpPr>
          <p:cNvPr id="3" name="Rectangle 2"/>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endParaRPr lang="en-US"/>
          </a:p>
        </p:txBody>
      </p:sp>
      <p:sp>
        <p:nvSpPr>
          <p:cNvPr id="4" name="Date Placeholder 3"/>
          <p:cNvSpPr>
            <a:spLocks noGrp="1"/>
          </p:cNvSpPr>
          <p:nvPr>
            <p:ph type="dt" sz="half" idx="14"/>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5"/>
          </p:nvPr>
        </p:nvSpPr>
        <p:spPr/>
        <p:txBody>
          <a:bodyPr/>
          <a:lstStyle/>
          <a:p>
            <a:endParaRPr lang="en-US"/>
          </a:p>
        </p:txBody>
      </p:sp>
      <p:sp>
        <p:nvSpPr>
          <p:cNvPr id="6" name="Slide Number Placeholder 5"/>
          <p:cNvSpPr>
            <a:spLocks noGrp="1"/>
          </p:cNvSpPr>
          <p:nvPr>
            <p:ph type="sldNum" sz="quarter" idx="16"/>
          </p:nvPr>
        </p:nvSpPr>
        <p:spPr/>
        <p:txBody>
          <a:bodyPr/>
          <a:lstStyle/>
          <a:p>
            <a:fld id="{C1FF6DA9-008F-8B48-92A6-B652298478BF}" type="slidenum">
              <a:rPr lang="en-US" smtClean="0"/>
            </a:fld>
            <a:endParaRPr lang="en-US"/>
          </a:p>
        </p:txBody>
      </p:sp>
      <p:sp>
        <p:nvSpPr>
          <p:cNvPr id="8" name="Content Placeholder 7"/>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p:cSld name="Content 3">
    <p:spTree>
      <p:nvGrpSpPr>
        <p:cNvPr id="1" name=""/>
        <p:cNvGrpSpPr/>
        <p:nvPr/>
      </p:nvGrpSpPr>
      <p:grpSpPr>
        <a:xfrm>
          <a:off x="0" y="0"/>
          <a:ext cx="0" cy="0"/>
          <a:chOff x="0" y="0"/>
          <a:chExt cx="0" cy="0"/>
        </a:xfrm>
      </p:grpSpPr>
      <p:sp>
        <p:nvSpPr>
          <p:cNvPr id="4" name="Rectangle 3"/>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endParaRPr lang="en-US"/>
          </a:p>
        </p:txBody>
      </p:sp>
      <p:sp>
        <p:nvSpPr>
          <p:cNvPr id="3" name="Date Placeholder 2"/>
          <p:cNvSpPr>
            <a:spLocks noGrp="1"/>
          </p:cNvSpPr>
          <p:nvPr>
            <p:ph type="dt" sz="half" idx="14"/>
          </p:nvPr>
        </p:nvSpPr>
        <p:spPr/>
        <p:txBody>
          <a:bodyPr/>
          <a:lstStyle/>
          <a:p>
            <a:fld id="{5BCAD085-E8A6-8845-BD4E-CB4CCA059FC4}" type="datetimeFigureOut">
              <a:rPr lang="en-US" smtClean="0"/>
            </a:fld>
            <a:endParaRPr lang="en-US"/>
          </a:p>
        </p:txBody>
      </p:sp>
      <p:sp>
        <p:nvSpPr>
          <p:cNvPr id="7" name="Footer Placeholder 6"/>
          <p:cNvSpPr>
            <a:spLocks noGrp="1"/>
          </p:cNvSpPr>
          <p:nvPr>
            <p:ph type="ftr" sz="quarter" idx="15"/>
          </p:nvPr>
        </p:nvSpPr>
        <p:spPr>
          <a:xfrm>
            <a:off x="5334000" y="210114"/>
            <a:ext cx="2939491" cy="365760"/>
          </a:xfrm>
        </p:spPr>
        <p:txBody>
          <a:bodyPr/>
          <a:lstStyle/>
          <a:p>
            <a:endParaRPr lang="en-US"/>
          </a:p>
        </p:txBody>
      </p:sp>
      <p:sp>
        <p:nvSpPr>
          <p:cNvPr id="9" name="Slide Number Placeholder 8"/>
          <p:cNvSpPr>
            <a:spLocks noGrp="1"/>
          </p:cNvSpPr>
          <p:nvPr>
            <p:ph type="sldNum" sz="quarter" idx="16"/>
          </p:nvPr>
        </p:nvSpPr>
        <p:spPr/>
        <p:txBody>
          <a:bodyPr/>
          <a:lstStyle/>
          <a:p>
            <a:fld id="{C1FF6DA9-008F-8B48-92A6-B652298478BF}" type="slidenum">
              <a:rPr lang="en-US" smtClean="0"/>
            </a:fld>
            <a:endParaRPr lang="en-US"/>
          </a:p>
        </p:txBody>
      </p:sp>
      <p:sp>
        <p:nvSpPr>
          <p:cNvPr id="8" name="Content Placeholder 7"/>
          <p:cNvSpPr>
            <a:spLocks noGrp="1"/>
          </p:cNvSpPr>
          <p:nvPr>
            <p:ph sz="quarter" idx="13"/>
          </p:nvPr>
        </p:nvSpPr>
        <p:spPr>
          <a:xfrm>
            <a:off x="5334000" y="1918145"/>
            <a:ext cx="4991100" cy="413303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p:cSld name="Content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01752" y="952500"/>
            <a:ext cx="3332784" cy="1581912"/>
          </a:xfrm>
        </p:spPr>
        <p:txBody>
          <a:bodyPr anchor="b"/>
          <a:lstStyle/>
          <a:p>
            <a:r>
              <a:rPr lang="en-US"/>
              <a:t>Click to edit Master title style</a:t>
            </a:r>
            <a:endParaRPr lang="en-US"/>
          </a:p>
        </p:txBody>
      </p:sp>
      <p:sp>
        <p:nvSpPr>
          <p:cNvPr id="3" name="Date Placeholder 2"/>
          <p:cNvSpPr>
            <a:spLocks noGrp="1"/>
          </p:cNvSpPr>
          <p:nvPr>
            <p:ph type="dt" sz="half" idx="16"/>
          </p:nvPr>
        </p:nvSpPr>
        <p:spPr>
          <a:xfrm>
            <a:off x="301752" y="205986"/>
            <a:ext cx="1097280" cy="365760"/>
          </a:xfrm>
        </p:spPr>
        <p:txBody>
          <a:bodyPr/>
          <a:lstStyle/>
          <a:p>
            <a:fld id="{5BCAD085-E8A6-8845-BD4E-CB4CCA059FC4}" type="datetimeFigureOut">
              <a:rPr lang="en-US" smtClean="0"/>
            </a:fld>
            <a:endParaRPr lang="en-US"/>
          </a:p>
        </p:txBody>
      </p:sp>
      <p:sp>
        <p:nvSpPr>
          <p:cNvPr id="4" name="Footer Placeholder 3"/>
          <p:cNvSpPr>
            <a:spLocks noGrp="1"/>
          </p:cNvSpPr>
          <p:nvPr>
            <p:ph type="ftr" sz="quarter" idx="17"/>
          </p:nvPr>
        </p:nvSpPr>
        <p:spPr>
          <a:xfrm>
            <a:off x="1494378" y="207291"/>
            <a:ext cx="1639372" cy="365760"/>
          </a:xfrm>
        </p:spPr>
        <p:txBody>
          <a:bodyPr/>
          <a:lstStyle/>
          <a:p>
            <a:endParaRPr lang="en-US"/>
          </a:p>
        </p:txBody>
      </p:sp>
      <p:sp>
        <p:nvSpPr>
          <p:cNvPr id="9" name="Slide Number Placeholder 8"/>
          <p:cNvSpPr>
            <a:spLocks noGrp="1"/>
          </p:cNvSpPr>
          <p:nvPr>
            <p:ph type="sldNum" sz="quarter" idx="18"/>
          </p:nvPr>
        </p:nvSpPr>
        <p:spPr>
          <a:xfrm>
            <a:off x="3140760" y="210114"/>
            <a:ext cx="493776" cy="365760"/>
          </a:xfrm>
        </p:spPr>
        <p:txBody>
          <a:bodyPr/>
          <a:lstStyle/>
          <a:p>
            <a:fld id="{C1FF6DA9-008F-8B48-92A6-B652298478BF}" type="slidenum">
              <a:rPr lang="en-US" smtClean="0"/>
            </a:fld>
            <a:endParaRPr lang="en-US"/>
          </a:p>
        </p:txBody>
      </p:sp>
      <p:sp>
        <p:nvSpPr>
          <p:cNvPr id="8" name="Content Placeholder 7"/>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 name="Picture Placeholder 9"/>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endParaRPr lang="en-US" dirty="0"/>
          </a:p>
        </p:txBody>
      </p:sp>
      <p:cxnSp>
        <p:nvCxnSpPr>
          <p:cNvPr id="5" name="Straight Connector 4"/>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p:cSld name="Content with Picture 2">
    <p:spTree>
      <p:nvGrpSpPr>
        <p:cNvPr id="1" name=""/>
        <p:cNvGrpSpPr/>
        <p:nvPr/>
      </p:nvGrpSpPr>
      <p:grpSpPr>
        <a:xfrm>
          <a:off x="0" y="0"/>
          <a:ext cx="0" cy="0"/>
          <a:chOff x="0" y="0"/>
          <a:chExt cx="0" cy="0"/>
        </a:xfrm>
      </p:grpSpPr>
      <p:sp>
        <p:nvSpPr>
          <p:cNvPr id="2" name="Title 1"/>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endParaRPr lang="en-US"/>
          </a:p>
        </p:txBody>
      </p:sp>
      <p:sp>
        <p:nvSpPr>
          <p:cNvPr id="4" name="Picture Placeholder 3"/>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endParaRPr lang="en-US" dirty="0"/>
          </a:p>
        </p:txBody>
      </p:sp>
      <p:sp>
        <p:nvSpPr>
          <p:cNvPr id="8" name="Content Placeholder 7"/>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301752" y="6263640"/>
            <a:ext cx="1759288" cy="365760"/>
          </a:xfrm>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a:xfrm>
            <a:off x="4480560" y="6263640"/>
            <a:ext cx="2509284" cy="365760"/>
          </a:xfrm>
        </p:spPr>
        <p:txBody>
          <a:bodyPr/>
          <a:lstStyle/>
          <a:p>
            <a:endParaRPr lang="en-US"/>
          </a:p>
        </p:txBody>
      </p:sp>
      <p:sp>
        <p:nvSpPr>
          <p:cNvPr id="7" name="Slide Number Placeholder 6"/>
          <p:cNvSpPr>
            <a:spLocks noGrp="1"/>
          </p:cNvSpPr>
          <p:nvPr>
            <p:ph type="sldNum" sz="quarter" idx="12"/>
          </p:nvPr>
        </p:nvSpPr>
        <p:spPr>
          <a:xfrm>
            <a:off x="11300323" y="6263640"/>
            <a:ext cx="605475" cy="365760"/>
          </a:xfrm>
        </p:spPr>
        <p:txBody>
          <a:bodyPr/>
          <a:lstStyle/>
          <a:p>
            <a:fld id="{C1FF6DA9-008F-8B48-92A6-B652298478BF}" type="slidenum">
              <a:rPr lang="en-US" smtClean="0"/>
            </a:fld>
            <a:endParaRPr lang="en-US"/>
          </a:p>
        </p:txBody>
      </p:sp>
      <p:cxnSp>
        <p:nvCxnSpPr>
          <p:cNvPr id="9" name="Straight Connector 8"/>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Content with Picture 3">
    <p:spTree>
      <p:nvGrpSpPr>
        <p:cNvPr id="1" name=""/>
        <p:cNvGrpSpPr/>
        <p:nvPr/>
      </p:nvGrpSpPr>
      <p:grpSpPr>
        <a:xfrm>
          <a:off x="0" y="0"/>
          <a:ext cx="0" cy="0"/>
          <a:chOff x="0" y="0"/>
          <a:chExt cx="0" cy="0"/>
        </a:xfrm>
      </p:grpSpPr>
      <p:sp>
        <p:nvSpPr>
          <p:cNvPr id="3" name="Rectangle 2"/>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491984" y="955810"/>
            <a:ext cx="4114800" cy="1244051"/>
          </a:xfrm>
        </p:spPr>
        <p:txBody>
          <a:bodyPr anchor="b"/>
          <a:lstStyle/>
          <a:p>
            <a:r>
              <a:rPr lang="en-US"/>
              <a:t>Click to edit Master title style</a:t>
            </a:r>
            <a:endParaRPr lang="en-US"/>
          </a:p>
        </p:txBody>
      </p:sp>
      <p:sp>
        <p:nvSpPr>
          <p:cNvPr id="12" name="Picture Placeholder 11"/>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endParaRPr lang="en-US" dirty="0"/>
          </a:p>
        </p:txBody>
      </p:sp>
      <p:sp>
        <p:nvSpPr>
          <p:cNvPr id="4" name="Date Placeholder 3"/>
          <p:cNvSpPr>
            <a:spLocks noGrp="1"/>
          </p:cNvSpPr>
          <p:nvPr>
            <p:ph type="dt" sz="half" idx="16"/>
          </p:nvPr>
        </p:nvSpPr>
        <p:spPr>
          <a:xfrm>
            <a:off x="7469431" y="210114"/>
            <a:ext cx="1485900" cy="365760"/>
          </a:xfrm>
        </p:spPr>
        <p:txBody>
          <a:bodyPr/>
          <a:lstStyle/>
          <a:p>
            <a:fld id="{5BCAD085-E8A6-8845-BD4E-CB4CCA059FC4}" type="datetimeFigureOut">
              <a:rPr lang="en-US" smtClean="0"/>
            </a:fld>
            <a:endParaRPr lang="en-US"/>
          </a:p>
        </p:txBody>
      </p:sp>
      <p:sp>
        <p:nvSpPr>
          <p:cNvPr id="11" name="Footer Placeholder 10"/>
          <p:cNvSpPr>
            <a:spLocks noGrp="1"/>
          </p:cNvSpPr>
          <p:nvPr>
            <p:ph type="ftr" sz="quarter" idx="17"/>
          </p:nvPr>
        </p:nvSpPr>
        <p:spPr>
          <a:xfrm>
            <a:off x="9376096" y="210114"/>
            <a:ext cx="1860464" cy="365760"/>
          </a:xfrm>
        </p:spPr>
        <p:txBody>
          <a:bodyPr/>
          <a:lstStyle/>
          <a:p>
            <a:endParaRPr lang="en-US"/>
          </a:p>
        </p:txBody>
      </p:sp>
      <p:sp>
        <p:nvSpPr>
          <p:cNvPr id="13" name="Slide Number Placeholder 12"/>
          <p:cNvSpPr>
            <a:spLocks noGrp="1"/>
          </p:cNvSpPr>
          <p:nvPr>
            <p:ph type="sldNum" sz="quarter" idx="18"/>
          </p:nvPr>
        </p:nvSpPr>
        <p:spPr/>
        <p:txBody>
          <a:bodyPr/>
          <a:lstStyle/>
          <a:p>
            <a:fld id="{C1FF6DA9-008F-8B48-92A6-B652298478BF}" type="slidenum">
              <a:rPr lang="en-US" smtClean="0"/>
            </a:fld>
            <a:endParaRPr lang="en-US"/>
          </a:p>
        </p:txBody>
      </p:sp>
      <p:sp>
        <p:nvSpPr>
          <p:cNvPr id="8" name="Content Placeholder 7"/>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cxnSp>
        <p:nvCxnSpPr>
          <p:cNvPr id="5" name="Straight Connector 4"/>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a:xfrm>
            <a:off x="4480560" y="210114"/>
            <a:ext cx="2509284" cy="365760"/>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
        <p:nvSpPr>
          <p:cNvPr id="8" name="Content Placeholder 7"/>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Picture Placeholder 3"/>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p:cSld name="Content with Picture 5">
    <p:spTree>
      <p:nvGrpSpPr>
        <p:cNvPr id="1" name=""/>
        <p:cNvGrpSpPr/>
        <p:nvPr/>
      </p:nvGrpSpPr>
      <p:grpSpPr>
        <a:xfrm>
          <a:off x="0" y="0"/>
          <a:ext cx="0" cy="0"/>
          <a:chOff x="0" y="0"/>
          <a:chExt cx="0" cy="0"/>
        </a:xfrm>
      </p:grpSpPr>
      <p:sp>
        <p:nvSpPr>
          <p:cNvPr id="2" name="Title 1"/>
          <p:cNvSpPr>
            <a:spLocks noGrp="1"/>
          </p:cNvSpPr>
          <p:nvPr>
            <p:ph type="title"/>
          </p:nvPr>
        </p:nvSpPr>
        <p:spPr>
          <a:xfrm>
            <a:off x="301752" y="1371600"/>
            <a:ext cx="3474720" cy="2286000"/>
          </a:xfrm>
        </p:spPr>
        <p:txBody>
          <a:bodyPr anchor="t"/>
          <a:lstStyle/>
          <a:p>
            <a:r>
              <a:rPr lang="en-US"/>
              <a:t>Click to edit Master title style</a:t>
            </a:r>
            <a:endParaRPr lang="en-US"/>
          </a:p>
        </p:txBody>
      </p:sp>
      <p:sp>
        <p:nvSpPr>
          <p:cNvPr id="3" name="Date Placeholder 2"/>
          <p:cNvSpPr>
            <a:spLocks noGrp="1"/>
          </p:cNvSpPr>
          <p:nvPr>
            <p:ph type="dt" sz="half" idx="16"/>
          </p:nvPr>
        </p:nvSpPr>
        <p:spPr/>
        <p:txBody>
          <a:bodyPr/>
          <a:lstStyle/>
          <a:p>
            <a:fld id="{5BCAD085-E8A6-8845-BD4E-CB4CCA059FC4}" type="datetimeFigureOut">
              <a:rPr lang="en-US" smtClean="0"/>
            </a:fld>
            <a:endParaRPr lang="en-US"/>
          </a:p>
        </p:txBody>
      </p:sp>
      <p:sp>
        <p:nvSpPr>
          <p:cNvPr id="12" name="Footer Placeholder 11"/>
          <p:cNvSpPr>
            <a:spLocks noGrp="1"/>
          </p:cNvSpPr>
          <p:nvPr>
            <p:ph type="ftr" sz="quarter" idx="17"/>
          </p:nvPr>
        </p:nvSpPr>
        <p:spPr>
          <a:xfrm>
            <a:off x="4457700" y="210114"/>
            <a:ext cx="2859307" cy="365760"/>
          </a:xfrm>
        </p:spPr>
        <p:txBody>
          <a:bodyPr/>
          <a:lstStyle/>
          <a:p>
            <a:endParaRPr lang="en-US"/>
          </a:p>
        </p:txBody>
      </p:sp>
      <p:sp>
        <p:nvSpPr>
          <p:cNvPr id="13" name="Slide Number Placeholder 12"/>
          <p:cNvSpPr>
            <a:spLocks noGrp="1"/>
          </p:cNvSpPr>
          <p:nvPr>
            <p:ph type="sldNum" sz="quarter" idx="18"/>
          </p:nvPr>
        </p:nvSpPr>
        <p:spPr>
          <a:xfrm>
            <a:off x="7611572" y="210114"/>
            <a:ext cx="605475" cy="365760"/>
          </a:xfrm>
        </p:spPr>
        <p:txBody>
          <a:bodyPr/>
          <a:lstStyle/>
          <a:p>
            <a:fld id="{C1FF6DA9-008F-8B48-92A6-B652298478BF}" type="slidenum">
              <a:rPr lang="en-US" smtClean="0"/>
            </a:fld>
            <a:endParaRPr lang="en-US"/>
          </a:p>
        </p:txBody>
      </p:sp>
      <p:sp>
        <p:nvSpPr>
          <p:cNvPr id="8" name="Content Placeholder 7"/>
          <p:cNvSpPr>
            <a:spLocks noGrp="1"/>
          </p:cNvSpPr>
          <p:nvPr>
            <p:ph sz="quarter" idx="14"/>
          </p:nvPr>
        </p:nvSpPr>
        <p:spPr>
          <a:xfrm>
            <a:off x="4457700" y="1371600"/>
            <a:ext cx="3368778" cy="4701943"/>
          </a:xfrm>
        </p:spPr>
        <p:txBody>
          <a:bodyPr rIns="45720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Picture Placeholder 3"/>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endParaRPr lang="en-US" dirty="0"/>
          </a:p>
        </p:txBody>
      </p:sp>
      <p:sp>
        <p:nvSpPr>
          <p:cNvPr id="5" name="Rectangle 4"/>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p:cSld name="Content with Picture 6">
    <p:spTree>
      <p:nvGrpSpPr>
        <p:cNvPr id="1" name=""/>
        <p:cNvGrpSpPr/>
        <p:nvPr/>
      </p:nvGrpSpPr>
      <p:grpSpPr>
        <a:xfrm>
          <a:off x="0" y="0"/>
          <a:ext cx="0" cy="0"/>
          <a:chOff x="0" y="0"/>
          <a:chExt cx="0" cy="0"/>
        </a:xfrm>
      </p:grpSpPr>
      <p:sp>
        <p:nvSpPr>
          <p:cNvPr id="2" name="Title 1"/>
          <p:cNvSpPr>
            <a:spLocks noGrp="1"/>
          </p:cNvSpPr>
          <p:nvPr>
            <p:ph type="title"/>
          </p:nvPr>
        </p:nvSpPr>
        <p:spPr>
          <a:xfrm>
            <a:off x="301752" y="952499"/>
            <a:ext cx="6751127" cy="1250871"/>
          </a:xfrm>
        </p:spPr>
        <p:txBody>
          <a:bodyPr anchor="b"/>
          <a:lstStyle/>
          <a:p>
            <a:r>
              <a:rPr lang="en-US"/>
              <a:t>Click to edit Master title style</a:t>
            </a:r>
            <a:endParaRPr lang="en-US"/>
          </a:p>
        </p:txBody>
      </p:sp>
      <p:sp>
        <p:nvSpPr>
          <p:cNvPr id="3" name="Date Placeholder 2"/>
          <p:cNvSpPr>
            <a:spLocks noGrp="1"/>
          </p:cNvSpPr>
          <p:nvPr>
            <p:ph type="dt" sz="half" idx="16"/>
          </p:nvPr>
        </p:nvSpPr>
        <p:spPr>
          <a:xfrm>
            <a:off x="301752" y="203862"/>
            <a:ext cx="2286000" cy="365760"/>
          </a:xfrm>
        </p:spPr>
        <p:txBody>
          <a:bodyPr/>
          <a:lstStyle/>
          <a:p>
            <a:fld id="{5BCAD085-E8A6-8845-BD4E-CB4CCA059FC4}" type="datetimeFigureOut">
              <a:rPr lang="en-US" smtClean="0"/>
            </a:fld>
            <a:endParaRPr lang="en-US"/>
          </a:p>
        </p:txBody>
      </p:sp>
      <p:sp>
        <p:nvSpPr>
          <p:cNvPr id="4" name="Footer Placeholder 3"/>
          <p:cNvSpPr>
            <a:spLocks noGrp="1"/>
          </p:cNvSpPr>
          <p:nvPr>
            <p:ph type="ftr" sz="quarter" idx="17"/>
          </p:nvPr>
        </p:nvSpPr>
        <p:spPr>
          <a:xfrm>
            <a:off x="2590800" y="203862"/>
            <a:ext cx="2775003" cy="365760"/>
          </a:xfrm>
        </p:spPr>
        <p:txBody>
          <a:bodyPr/>
          <a:lstStyle/>
          <a:p>
            <a:endParaRPr lang="en-US"/>
          </a:p>
        </p:txBody>
      </p:sp>
      <p:sp>
        <p:nvSpPr>
          <p:cNvPr id="9" name="Slide Number Placeholder 8"/>
          <p:cNvSpPr>
            <a:spLocks noGrp="1"/>
          </p:cNvSpPr>
          <p:nvPr>
            <p:ph type="sldNum" sz="quarter" idx="18"/>
          </p:nvPr>
        </p:nvSpPr>
        <p:spPr>
          <a:xfrm>
            <a:off x="6247336" y="203862"/>
            <a:ext cx="864794" cy="365760"/>
          </a:xfrm>
        </p:spPr>
        <p:txBody>
          <a:bodyPr/>
          <a:lstStyle/>
          <a:p>
            <a:fld id="{C1FF6DA9-008F-8B48-92A6-B652298478BF}" type="slidenum">
              <a:rPr lang="en-US" smtClean="0"/>
            </a:fld>
            <a:endParaRPr lang="en-US"/>
          </a:p>
        </p:txBody>
      </p:sp>
      <p:sp>
        <p:nvSpPr>
          <p:cNvPr id="8" name="Content Placeholder 7"/>
          <p:cNvSpPr>
            <a:spLocks noGrp="1"/>
          </p:cNvSpPr>
          <p:nvPr>
            <p:ph sz="quarter" idx="14"/>
          </p:nvPr>
        </p:nvSpPr>
        <p:spPr>
          <a:xfrm>
            <a:off x="301752" y="2410518"/>
            <a:ext cx="6755514" cy="380740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 name="Picture Placeholder 9"/>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endParaRPr lang="en-US" dirty="0"/>
          </a:p>
        </p:txBody>
      </p:sp>
      <p:sp>
        <p:nvSpPr>
          <p:cNvPr id="6" name="Rectangle 5"/>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p:cSld name="Content with Picture 7">
    <p:spTree>
      <p:nvGrpSpPr>
        <p:cNvPr id="1" name=""/>
        <p:cNvGrpSpPr/>
        <p:nvPr/>
      </p:nvGrpSpPr>
      <p:grpSpPr>
        <a:xfrm>
          <a:off x="0" y="0"/>
          <a:ext cx="0" cy="0"/>
          <a:chOff x="0" y="0"/>
          <a:chExt cx="0" cy="0"/>
        </a:xfrm>
      </p:grpSpPr>
      <p:sp>
        <p:nvSpPr>
          <p:cNvPr id="2" name="Title 1"/>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endParaRPr lang="en-US"/>
          </a:p>
        </p:txBody>
      </p:sp>
      <p:sp>
        <p:nvSpPr>
          <p:cNvPr id="4" name="Picture Placeholder 3"/>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endParaRPr lang="en-US" dirty="0"/>
          </a:p>
        </p:txBody>
      </p:sp>
      <p:sp>
        <p:nvSpPr>
          <p:cNvPr id="8" name="Content Placeholder 7"/>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3" name="Date Placeholder 12"/>
          <p:cNvSpPr>
            <a:spLocks noGrp="1"/>
          </p:cNvSpPr>
          <p:nvPr>
            <p:ph type="dt" sz="half" idx="16"/>
          </p:nvPr>
        </p:nvSpPr>
        <p:spPr>
          <a:xfrm>
            <a:off x="301752" y="6274033"/>
            <a:ext cx="3014382" cy="365760"/>
          </a:xfrm>
        </p:spPr>
        <p:txBody>
          <a:bodyPr/>
          <a:lstStyle/>
          <a:p>
            <a:fld id="{5BCAD085-E8A6-8845-BD4E-CB4CCA059FC4}" type="datetimeFigureOut">
              <a:rPr lang="en-US" smtClean="0"/>
            </a:fld>
            <a:endParaRPr lang="en-US"/>
          </a:p>
        </p:txBody>
      </p:sp>
      <p:sp>
        <p:nvSpPr>
          <p:cNvPr id="14" name="Footer Placeholder 13"/>
          <p:cNvSpPr>
            <a:spLocks noGrp="1"/>
          </p:cNvSpPr>
          <p:nvPr>
            <p:ph type="ftr" sz="quarter" idx="17"/>
          </p:nvPr>
        </p:nvSpPr>
        <p:spPr>
          <a:xfrm>
            <a:off x="4480560" y="6274033"/>
            <a:ext cx="3162300" cy="365760"/>
          </a:xfrm>
        </p:spPr>
        <p:txBody>
          <a:bodyPr/>
          <a:lstStyle/>
          <a:p>
            <a:endParaRPr lang="en-US"/>
          </a:p>
        </p:txBody>
      </p:sp>
      <p:sp>
        <p:nvSpPr>
          <p:cNvPr id="15" name="Slide Number Placeholder 14"/>
          <p:cNvSpPr>
            <a:spLocks noGrp="1"/>
          </p:cNvSpPr>
          <p:nvPr>
            <p:ph type="sldNum" sz="quarter" idx="18"/>
          </p:nvPr>
        </p:nvSpPr>
        <p:spPr>
          <a:xfrm>
            <a:off x="11292840" y="6274033"/>
            <a:ext cx="568917" cy="365760"/>
          </a:xfrm>
        </p:spPr>
        <p:txBody>
          <a:bodyPr/>
          <a:lstStyle/>
          <a:p>
            <a:fld id="{C1FF6DA9-008F-8B48-92A6-B652298478BF}" type="slidenum">
              <a:rPr lang="en-US" smtClean="0"/>
            </a:fld>
            <a:endParaRPr lang="en-US"/>
          </a:p>
        </p:txBody>
      </p:sp>
      <p:cxnSp>
        <p:nvCxnSpPr>
          <p:cNvPr id="3" name="Straight Connector 2"/>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p:cSld name="Content with Picture 8">
    <p:spTree>
      <p:nvGrpSpPr>
        <p:cNvPr id="1" name=""/>
        <p:cNvGrpSpPr/>
        <p:nvPr/>
      </p:nvGrpSpPr>
      <p:grpSpPr>
        <a:xfrm>
          <a:off x="0" y="0"/>
          <a:ext cx="0" cy="0"/>
          <a:chOff x="0" y="0"/>
          <a:chExt cx="0" cy="0"/>
        </a:xfrm>
      </p:grpSpPr>
      <p:sp>
        <p:nvSpPr>
          <p:cNvPr id="2" name="Title 1"/>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endParaRPr lang="en-US"/>
          </a:p>
        </p:txBody>
      </p:sp>
      <p:sp>
        <p:nvSpPr>
          <p:cNvPr id="3" name="Date Placeholder 2"/>
          <p:cNvSpPr>
            <a:spLocks noGrp="1"/>
          </p:cNvSpPr>
          <p:nvPr>
            <p:ph type="dt" sz="half" idx="14"/>
          </p:nvPr>
        </p:nvSpPr>
        <p:spPr/>
        <p:txBody>
          <a:bodyPr/>
          <a:lstStyle/>
          <a:p>
            <a:fld id="{5BCAD085-E8A6-8845-BD4E-CB4CCA059FC4}" type="datetimeFigureOut">
              <a:rPr lang="en-US" smtClean="0"/>
            </a:fld>
            <a:endParaRPr lang="en-US"/>
          </a:p>
        </p:txBody>
      </p:sp>
      <p:sp>
        <p:nvSpPr>
          <p:cNvPr id="7" name="Footer Placeholder 6"/>
          <p:cNvSpPr>
            <a:spLocks noGrp="1"/>
          </p:cNvSpPr>
          <p:nvPr>
            <p:ph type="ftr" sz="quarter" idx="15"/>
          </p:nvPr>
        </p:nvSpPr>
        <p:spPr>
          <a:xfrm>
            <a:off x="4932680" y="210114"/>
            <a:ext cx="2509284" cy="365760"/>
          </a:xfrm>
        </p:spPr>
        <p:txBody>
          <a:bodyPr/>
          <a:lstStyle/>
          <a:p>
            <a:endParaRPr lang="en-US"/>
          </a:p>
        </p:txBody>
      </p:sp>
      <p:sp>
        <p:nvSpPr>
          <p:cNvPr id="9" name="Slide Number Placeholder 8"/>
          <p:cNvSpPr>
            <a:spLocks noGrp="1"/>
          </p:cNvSpPr>
          <p:nvPr>
            <p:ph type="sldNum" sz="quarter" idx="16"/>
          </p:nvPr>
        </p:nvSpPr>
        <p:spPr/>
        <p:txBody>
          <a:bodyPr/>
          <a:lstStyle/>
          <a:p>
            <a:fld id="{C1FF6DA9-008F-8B48-92A6-B652298478BF}" type="slidenum">
              <a:rPr lang="en-US" smtClean="0"/>
            </a:fld>
            <a:endParaRPr lang="en-US"/>
          </a:p>
        </p:txBody>
      </p:sp>
      <p:sp>
        <p:nvSpPr>
          <p:cNvPr id="11" name="Picture Placeholder 10"/>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endParaRPr lang="en-US" dirty="0"/>
          </a:p>
        </p:txBody>
      </p:sp>
      <p:sp>
        <p:nvSpPr>
          <p:cNvPr id="10" name="Rectangle 9"/>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p:cNvSpPr>
            <a:spLocks noGrp="1"/>
          </p:cNvSpPr>
          <p:nvPr>
            <p:ph type="dt" sz="half" idx="14"/>
          </p:nvPr>
        </p:nvSpPr>
        <p:spPr/>
        <p:txBody>
          <a:bodyPr/>
          <a:lstStyle/>
          <a:p>
            <a:fld id="{5BCAD085-E8A6-8845-BD4E-CB4CCA059FC4}" type="datetimeFigureOut">
              <a:rPr lang="en-US" smtClean="0"/>
            </a:fld>
            <a:endParaRPr lang="en-US"/>
          </a:p>
        </p:txBody>
      </p:sp>
      <p:sp>
        <p:nvSpPr>
          <p:cNvPr id="7" name="Footer Placeholder 6"/>
          <p:cNvSpPr>
            <a:spLocks noGrp="1"/>
          </p:cNvSpPr>
          <p:nvPr>
            <p:ph type="ftr" sz="quarter" idx="15"/>
          </p:nvPr>
        </p:nvSpPr>
        <p:spPr>
          <a:xfrm>
            <a:off x="4478969" y="210114"/>
            <a:ext cx="2509284" cy="365760"/>
          </a:xfrm>
        </p:spPr>
        <p:txBody>
          <a:bodyPr/>
          <a:lstStyle/>
          <a:p>
            <a:endParaRPr lang="en-US"/>
          </a:p>
        </p:txBody>
      </p:sp>
      <p:sp>
        <p:nvSpPr>
          <p:cNvPr id="9" name="Slide Number Placeholder 8"/>
          <p:cNvSpPr>
            <a:spLocks noGrp="1"/>
          </p:cNvSpPr>
          <p:nvPr>
            <p:ph type="sldNum" sz="quarter" idx="16"/>
          </p:nvPr>
        </p:nvSpPr>
        <p:spPr/>
        <p:txBody>
          <a:bodyPr/>
          <a:lstStyle/>
          <a:p>
            <a:fld id="{C1FF6DA9-008F-8B48-92A6-B652298478BF}" type="slidenum">
              <a:rPr lang="en-US" smtClean="0"/>
            </a:fld>
            <a:endParaRPr lang="en-US"/>
          </a:p>
        </p:txBody>
      </p:sp>
      <p:sp>
        <p:nvSpPr>
          <p:cNvPr id="11" name="Picture Placeholder 10"/>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endParaRPr lang="en-US" dirty="0"/>
          </a:p>
        </p:txBody>
      </p:sp>
      <p:sp>
        <p:nvSpPr>
          <p:cNvPr id="8" name="Content Placeholder 7"/>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showMasterSp="0">
  <p:cSld name="Number Large">
    <p:spTree>
      <p:nvGrpSpPr>
        <p:cNvPr id="1" name=""/>
        <p:cNvGrpSpPr/>
        <p:nvPr/>
      </p:nvGrpSpPr>
      <p:grpSpPr>
        <a:xfrm>
          <a:off x="0" y="0"/>
          <a:ext cx="0" cy="0"/>
          <a:chOff x="0" y="0"/>
          <a:chExt cx="0" cy="0"/>
        </a:xfrm>
      </p:grpSpPr>
      <p:sp>
        <p:nvSpPr>
          <p:cNvPr id="11" name="Title 10"/>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p:cNvSpPr>
            <a:spLocks noGrp="1"/>
          </p:cNvSpPr>
          <p:nvPr>
            <p:ph type="dt" sz="half" idx="14"/>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5"/>
          </p:nvPr>
        </p:nvSpPr>
        <p:spPr/>
        <p:txBody>
          <a:bodyPr/>
          <a:lstStyle/>
          <a:p>
            <a:endParaRPr lang="en-US"/>
          </a:p>
        </p:txBody>
      </p:sp>
      <p:sp>
        <p:nvSpPr>
          <p:cNvPr id="5" name="Slide Number Placeholder 4"/>
          <p:cNvSpPr>
            <a:spLocks noGrp="1"/>
          </p:cNvSpPr>
          <p:nvPr>
            <p:ph type="sldNum" sz="quarter" idx="16"/>
          </p:nvPr>
        </p:nvSpPr>
        <p:spPr/>
        <p:txBody>
          <a:bodyPr/>
          <a:lstStyle/>
          <a:p>
            <a:fld id="{C1FF6DA9-008F-8B48-92A6-B652298478BF}" type="slidenum">
              <a:rPr lang="en-US" smtClean="0"/>
            </a:fld>
            <a:endParaRPr lang="en-US"/>
          </a:p>
        </p:txBody>
      </p:sp>
      <p:sp>
        <p:nvSpPr>
          <p:cNvPr id="10" name="Content Placeholder 9"/>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endParaRPr lang="en-US" dirty="0"/>
          </a:p>
        </p:txBody>
      </p:sp>
      <p:cxnSp>
        <p:nvCxnSpPr>
          <p:cNvPr id="6" name="Straight Connector 5"/>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showMasterSp="0">
  <p:cSld name="Statement">
    <p:spTree>
      <p:nvGrpSpPr>
        <p:cNvPr id="1" name=""/>
        <p:cNvGrpSpPr/>
        <p:nvPr/>
      </p:nvGrpSpPr>
      <p:grpSpPr>
        <a:xfrm>
          <a:off x="0" y="0"/>
          <a:ext cx="0" cy="0"/>
          <a:chOff x="0" y="0"/>
          <a:chExt cx="0" cy="0"/>
        </a:xfrm>
      </p:grpSpPr>
      <p:sp>
        <p:nvSpPr>
          <p:cNvPr id="21" name="Rectangle 20"/>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612648" y="-1133856"/>
            <a:ext cx="10652760" cy="967344"/>
          </a:xfrm>
        </p:spPr>
        <p:txBody>
          <a:bodyPr/>
          <a:lstStyle/>
          <a:p>
            <a:r>
              <a:rPr lang="en-US"/>
              <a:t>Click to edit Master title style</a:t>
            </a:r>
            <a:endParaRPr lang="en-US"/>
          </a:p>
        </p:txBody>
      </p:sp>
      <p:sp>
        <p:nvSpPr>
          <p:cNvPr id="3" name="Rectangle 2"/>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p:cNvSpPr>
            <a:spLocks noGrp="1"/>
          </p:cNvSpPr>
          <p:nvPr>
            <p:ph type="dt" sz="half" idx="14"/>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5"/>
          </p:nvPr>
        </p:nvSpPr>
        <p:spPr/>
        <p:txBody>
          <a:bodyPr/>
          <a:lstStyle/>
          <a:p>
            <a:endParaRPr lang="en-US"/>
          </a:p>
        </p:txBody>
      </p:sp>
      <p:sp>
        <p:nvSpPr>
          <p:cNvPr id="9" name="Slide Number Placeholder 8"/>
          <p:cNvSpPr>
            <a:spLocks noGrp="1"/>
          </p:cNvSpPr>
          <p:nvPr>
            <p:ph type="sldNum" sz="quarter" idx="16"/>
          </p:nvPr>
        </p:nvSpPr>
        <p:spPr/>
        <p:txBody>
          <a:bodyPr/>
          <a:lstStyle/>
          <a:p>
            <a:fld id="{C1FF6DA9-008F-8B48-92A6-B652298478BF}" type="slidenum">
              <a:rPr lang="en-US" smtClean="0"/>
            </a:fld>
            <a:endParaRPr lang="en-US"/>
          </a:p>
        </p:txBody>
      </p:sp>
      <p:sp>
        <p:nvSpPr>
          <p:cNvPr id="10" name="Content Placeholder 9"/>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p:cSld name="Quote">
    <p:spTree>
      <p:nvGrpSpPr>
        <p:cNvPr id="1" name=""/>
        <p:cNvGrpSpPr/>
        <p:nvPr/>
      </p:nvGrpSpPr>
      <p:grpSpPr>
        <a:xfrm>
          <a:off x="0" y="0"/>
          <a:ext cx="0" cy="0"/>
          <a:chOff x="0" y="0"/>
          <a:chExt cx="0" cy="0"/>
        </a:xfrm>
      </p:grpSpPr>
      <p:sp>
        <p:nvSpPr>
          <p:cNvPr id="13" name="Rectangle 12"/>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endParaRPr lang="en-US"/>
          </a:p>
        </p:txBody>
      </p:sp>
      <p:sp>
        <p:nvSpPr>
          <p:cNvPr id="3" name="Date Placeholder 2"/>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fld>
            <a:endParaRPr lang="en-US"/>
          </a:p>
        </p:txBody>
      </p:sp>
      <p:sp>
        <p:nvSpPr>
          <p:cNvPr id="7" name="Content Placeholder 6"/>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cxnSp>
        <p:nvCxnSpPr>
          <p:cNvPr id="6" name="Straight Connector 5"/>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p:cSld name="Conclusion">
    <p:spTree>
      <p:nvGrpSpPr>
        <p:cNvPr id="1" name=""/>
        <p:cNvGrpSpPr/>
        <p:nvPr/>
      </p:nvGrpSpPr>
      <p:grpSpPr>
        <a:xfrm>
          <a:off x="0" y="0"/>
          <a:ext cx="0" cy="0"/>
          <a:chOff x="0" y="0"/>
          <a:chExt cx="0" cy="0"/>
        </a:xfrm>
      </p:grpSpPr>
      <p:sp>
        <p:nvSpPr>
          <p:cNvPr id="2" name="Title 1"/>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endParaRPr lang="en-US"/>
          </a:p>
        </p:txBody>
      </p:sp>
      <p:sp>
        <p:nvSpPr>
          <p:cNvPr id="4" name="Date Placeholder 3"/>
          <p:cNvSpPr>
            <a:spLocks noGrp="1"/>
          </p:cNvSpPr>
          <p:nvPr>
            <p:ph type="dt" sz="half" idx="14"/>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5"/>
          </p:nvPr>
        </p:nvSpPr>
        <p:spPr/>
        <p:txBody>
          <a:bodyPr/>
          <a:lstStyle/>
          <a:p>
            <a:endParaRPr lang="en-US"/>
          </a:p>
        </p:txBody>
      </p:sp>
      <p:sp>
        <p:nvSpPr>
          <p:cNvPr id="6" name="Slide Number Placeholder 5"/>
          <p:cNvSpPr>
            <a:spLocks noGrp="1"/>
          </p:cNvSpPr>
          <p:nvPr>
            <p:ph type="sldNum" sz="quarter" idx="16"/>
          </p:nvPr>
        </p:nvSpPr>
        <p:spPr/>
        <p:txBody>
          <a:bodyPr/>
          <a:lstStyle/>
          <a:p>
            <a:fld id="{C1FF6DA9-008F-8B48-92A6-B652298478BF}" type="slidenum">
              <a:rPr lang="en-US" smtClean="0"/>
            </a:fld>
            <a:endParaRPr lang="en-US"/>
          </a:p>
        </p:txBody>
      </p:sp>
      <p:cxnSp>
        <p:nvCxnSpPr>
          <p:cNvPr id="3" name="Straight Connector 2"/>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p:cSld name="Conclusion 2">
    <p:spTree>
      <p:nvGrpSpPr>
        <p:cNvPr id="1" name=""/>
        <p:cNvGrpSpPr/>
        <p:nvPr/>
      </p:nvGrpSpPr>
      <p:grpSpPr>
        <a:xfrm>
          <a:off x="0" y="0"/>
          <a:ext cx="0" cy="0"/>
          <a:chOff x="0" y="0"/>
          <a:chExt cx="0" cy="0"/>
        </a:xfrm>
      </p:grpSpPr>
      <p:sp>
        <p:nvSpPr>
          <p:cNvPr id="5" name="Rectangle 4"/>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endParaRPr lang="en-US"/>
          </a:p>
        </p:txBody>
      </p:sp>
      <p:sp>
        <p:nvSpPr>
          <p:cNvPr id="3" name="Date Placeholder 2"/>
          <p:cNvSpPr>
            <a:spLocks noGrp="1"/>
          </p:cNvSpPr>
          <p:nvPr>
            <p:ph type="dt" sz="half" idx="15"/>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6"/>
          </p:nvPr>
        </p:nvSpPr>
        <p:spPr/>
        <p:txBody>
          <a:bodyPr/>
          <a:lstStyle/>
          <a:p>
            <a:endParaRPr lang="en-US"/>
          </a:p>
        </p:txBody>
      </p:sp>
      <p:sp>
        <p:nvSpPr>
          <p:cNvPr id="9" name="Slide Number Placeholder 8"/>
          <p:cNvSpPr>
            <a:spLocks noGrp="1"/>
          </p:cNvSpPr>
          <p:nvPr>
            <p:ph type="sldNum" sz="quarter" idx="17"/>
          </p:nvPr>
        </p:nvSpPr>
        <p:spPr/>
        <p:txBody>
          <a:bodyPr/>
          <a:lstStyle/>
          <a:p>
            <a:fld id="{C1FF6DA9-008F-8B48-92A6-B652298478BF}" type="slidenum">
              <a:rPr lang="en-US" smtClean="0"/>
            </a:fld>
            <a:endParaRPr lang="en-US"/>
          </a:p>
        </p:txBody>
      </p:sp>
      <p:sp>
        <p:nvSpPr>
          <p:cNvPr id="7" name="Content Placeholder 6"/>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endParaRPr lang="en-US"/>
          </a:p>
        </p:txBody>
      </p:sp>
      <p:sp>
        <p:nvSpPr>
          <p:cNvPr id="3" name="Date Placeholder 2"/>
          <p:cNvSpPr>
            <a:spLocks noGrp="1"/>
          </p:cNvSpPr>
          <p:nvPr>
            <p:ph type="dt" sz="half" idx="15"/>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6"/>
          </p:nvPr>
        </p:nvSpPr>
        <p:spPr/>
        <p:txBody>
          <a:bodyPr/>
          <a:lstStyle/>
          <a:p>
            <a:endParaRPr lang="en-US"/>
          </a:p>
        </p:txBody>
      </p:sp>
      <p:sp>
        <p:nvSpPr>
          <p:cNvPr id="8" name="Slide Number Placeholder 7"/>
          <p:cNvSpPr>
            <a:spLocks noGrp="1"/>
          </p:cNvSpPr>
          <p:nvPr>
            <p:ph type="sldNum" sz="quarter" idx="17"/>
          </p:nvPr>
        </p:nvSpPr>
        <p:spPr/>
        <p:txBody>
          <a:bodyPr/>
          <a:lstStyle/>
          <a:p>
            <a:fld id="{C1FF6DA9-008F-8B48-92A6-B652298478BF}" type="slidenum">
              <a:rPr lang="en-US" smtClean="0"/>
            </a:fld>
            <a:endParaRPr lang="en-US"/>
          </a:p>
        </p:txBody>
      </p:sp>
      <p:sp>
        <p:nvSpPr>
          <p:cNvPr id="7" name="Content Placeholder 6"/>
          <p:cNvSpPr>
            <a:spLocks noGrp="1"/>
          </p:cNvSpPr>
          <p:nvPr>
            <p:ph sz="quarter" idx="18"/>
          </p:nvPr>
        </p:nvSpPr>
        <p:spPr>
          <a:xfrm>
            <a:off x="301625" y="1806575"/>
            <a:ext cx="5165725" cy="45862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 name="Content Placeholder 6"/>
          <p:cNvSpPr>
            <a:spLocks noGrp="1"/>
          </p:cNvSpPr>
          <p:nvPr>
            <p:ph sz="quarter" idx="19"/>
          </p:nvPr>
        </p:nvSpPr>
        <p:spPr>
          <a:xfrm>
            <a:off x="6723891" y="1806575"/>
            <a:ext cx="4991100" cy="45862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cxnSp>
        <p:nvCxnSpPr>
          <p:cNvPr id="6" name="Straight Connector 5"/>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p:cSld name="Comparison">
    <p:spTree>
      <p:nvGrpSpPr>
        <p:cNvPr id="1" name=""/>
        <p:cNvGrpSpPr/>
        <p:nvPr/>
      </p:nvGrpSpPr>
      <p:grpSpPr>
        <a:xfrm>
          <a:off x="0" y="0"/>
          <a:ext cx="0" cy="0"/>
          <a:chOff x="0" y="0"/>
          <a:chExt cx="0" cy="0"/>
        </a:xfrm>
      </p:grpSpPr>
      <p:sp>
        <p:nvSpPr>
          <p:cNvPr id="12" name="Rectangle 11"/>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endParaRPr lang="en-US"/>
          </a:p>
        </p:txBody>
      </p:sp>
      <p:sp>
        <p:nvSpPr>
          <p:cNvPr id="15" name="Date Placeholder 14"/>
          <p:cNvSpPr>
            <a:spLocks noGrp="1"/>
          </p:cNvSpPr>
          <p:nvPr>
            <p:ph type="dt" sz="half" idx="15"/>
          </p:nvPr>
        </p:nvSpPr>
        <p:spPr/>
        <p:txBody>
          <a:bodyPr/>
          <a:lstStyle/>
          <a:p>
            <a:fld id="{5BCAD085-E8A6-8845-BD4E-CB4CCA059FC4}" type="datetimeFigureOut">
              <a:rPr lang="en-US" smtClean="0"/>
            </a:fld>
            <a:endParaRPr lang="en-US"/>
          </a:p>
        </p:txBody>
      </p:sp>
      <p:sp>
        <p:nvSpPr>
          <p:cNvPr id="16" name="Footer Placeholder 15"/>
          <p:cNvSpPr>
            <a:spLocks noGrp="1"/>
          </p:cNvSpPr>
          <p:nvPr>
            <p:ph type="ftr" sz="quarter" idx="16"/>
          </p:nvPr>
        </p:nvSpPr>
        <p:spPr/>
        <p:txBody>
          <a:bodyPr/>
          <a:lstStyle/>
          <a:p>
            <a:endParaRPr lang="en-US"/>
          </a:p>
        </p:txBody>
      </p:sp>
      <p:sp>
        <p:nvSpPr>
          <p:cNvPr id="17" name="Slide Number Placeholder 16"/>
          <p:cNvSpPr>
            <a:spLocks noGrp="1"/>
          </p:cNvSpPr>
          <p:nvPr>
            <p:ph type="sldNum" sz="quarter" idx="17"/>
          </p:nvPr>
        </p:nvSpPr>
        <p:spPr/>
        <p:txBody>
          <a:bodyPr/>
          <a:lstStyle/>
          <a:p>
            <a:fld id="{C1FF6DA9-008F-8B48-92A6-B652298478BF}" type="slidenum">
              <a:rPr lang="en-US" smtClean="0"/>
            </a:fld>
            <a:endParaRPr lang="en-US"/>
          </a:p>
        </p:txBody>
      </p:sp>
      <p:sp>
        <p:nvSpPr>
          <p:cNvPr id="3" name="Text Placeholder 2"/>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6"/>
          <p:cNvSpPr>
            <a:spLocks noGrp="1"/>
          </p:cNvSpPr>
          <p:nvPr>
            <p:ph sz="quarter" idx="18"/>
          </p:nvPr>
        </p:nvSpPr>
        <p:spPr>
          <a:xfrm>
            <a:off x="301625" y="2492481"/>
            <a:ext cx="5165725" cy="390038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8" name="Content Placeholder 6"/>
          <p:cNvSpPr>
            <a:spLocks noGrp="1"/>
          </p:cNvSpPr>
          <p:nvPr>
            <p:ph sz="quarter" idx="19"/>
          </p:nvPr>
        </p:nvSpPr>
        <p:spPr>
          <a:xfrm>
            <a:off x="6723890" y="2492481"/>
            <a:ext cx="5181907" cy="390038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cxnSp>
        <p:nvCxnSpPr>
          <p:cNvPr id="7" name="Straight Connector 6"/>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1752" y="1005840"/>
            <a:ext cx="9906000" cy="801042"/>
          </a:xfrm>
        </p:spPr>
        <p:txBody>
          <a:bodyPr anchor="t"/>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8" Type="http://schemas.openxmlformats.org/officeDocument/2006/relationships/theme" Target="../theme/theme1.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US"/>
          </a:p>
        </p:txBody>
      </p:sp>
      <p:sp>
        <p:nvSpPr>
          <p:cNvPr id="6" name="Slide Number Placeholder 5"/>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C1FF6DA9-008F-8B48-92A6-B652298478BF}" type="slidenum">
              <a:rPr lang="en-US" smtClean="0"/>
            </a:fld>
            <a:endParaRPr lang="en-US"/>
          </a:p>
        </p:txBody>
      </p:sp>
      <p:sp>
        <p:nvSpPr>
          <p:cNvPr id="3" name="Text Placeholder 2"/>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cxnSp>
        <p:nvCxnSpPr>
          <p:cNvPr id="16" name="Straight Connector 15"/>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875071"/>
            <a:ext cx="7772400" cy="2635044"/>
          </a:xfrm>
        </p:spPr>
        <p:txBody>
          <a:bodyPr>
            <a:normAutofit/>
          </a:bodyPr>
          <a:lstStyle/>
          <a:p>
            <a:pPr>
              <a:defRPr sz="3000" b="1"/>
            </a:pPr>
            <a:r>
              <a:rPr sz="2800" dirty="0">
                <a:solidFill>
                  <a:srgbClr val="00B050"/>
                </a:solidFill>
              </a:rPr>
              <a:t>Design and Simulation of an Intelligent Traffic Signal Detection System Using Combinational Logic</a:t>
            </a:r>
            <a:endParaRPr sz="2800" dirty="0">
              <a:solidFill>
                <a:srgbClr val="00B050"/>
              </a:solidFill>
            </a:endParaRPr>
          </a:p>
        </p:txBody>
      </p:sp>
      <p:sp>
        <p:nvSpPr>
          <p:cNvPr id="3" name="Subtitle 2"/>
          <p:cNvSpPr>
            <a:spLocks noGrp="1"/>
          </p:cNvSpPr>
          <p:nvPr>
            <p:ph type="subTitle" idx="1"/>
          </p:nvPr>
        </p:nvSpPr>
        <p:spPr>
          <a:xfrm>
            <a:off x="5771535" y="5397910"/>
            <a:ext cx="7914967" cy="1258528"/>
          </a:xfrm>
        </p:spPr>
        <p:txBody>
          <a:bodyPr>
            <a:normAutofit fontScale="92500" lnSpcReduction="20000"/>
          </a:bodyPr>
          <a:lstStyle/>
          <a:p>
            <a:pPr>
              <a:defRPr sz="2000"/>
            </a:pPr>
            <a:r>
              <a:rPr lang="en-IN" dirty="0"/>
              <a:t>2620030550-PALLAVI TENUGU</a:t>
            </a:r>
            <a:endParaRPr lang="en-IN" dirty="0"/>
          </a:p>
          <a:p>
            <a:pPr>
              <a:defRPr sz="2000"/>
            </a:pPr>
            <a:r>
              <a:rPr lang="en-IN" dirty="0"/>
              <a:t>2620030524-JOSHIKA REDDY</a:t>
            </a:r>
            <a:endParaRPr lang="en-IN" dirty="0"/>
          </a:p>
          <a:p>
            <a:pPr>
              <a:defRPr sz="2000"/>
            </a:pPr>
            <a:r>
              <a:rPr lang="en-IN" dirty="0"/>
              <a:t>2620030648-PRANAV</a:t>
            </a:r>
            <a:endParaRPr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0505768" cy="1143000"/>
          </a:xfrm>
        </p:spPr>
        <p:txBody>
          <a:bodyPr/>
          <a:lstStyle/>
          <a:p>
            <a:pPr>
              <a:defRPr sz="2800" b="1"/>
            </a:pPr>
            <a:r>
              <a:rPr dirty="0"/>
              <a:t> </a:t>
            </a:r>
            <a:r>
              <a:rPr sz="6600" dirty="0">
                <a:solidFill>
                  <a:schemeClr val="accent1">
                    <a:lumMod val="60000"/>
                    <a:lumOff val="40000"/>
                  </a:schemeClr>
                </a:solidFill>
              </a:rPr>
              <a:t>Introduction</a:t>
            </a:r>
            <a:endParaRPr sz="6600" dirty="0">
              <a:solidFill>
                <a:schemeClr val="accent1">
                  <a:lumMod val="60000"/>
                  <a:lumOff val="40000"/>
                </a:schemeClr>
              </a:solidFill>
            </a:endParaRPr>
          </a:p>
        </p:txBody>
      </p:sp>
      <p:sp>
        <p:nvSpPr>
          <p:cNvPr id="3" name="TextBox 2"/>
          <p:cNvSpPr txBox="1"/>
          <p:nvPr/>
        </p:nvSpPr>
        <p:spPr>
          <a:xfrm>
            <a:off x="731520" y="1463040"/>
            <a:ext cx="10789920" cy="4416594"/>
          </a:xfrm>
          <a:prstGeom prst="rect">
            <a:avLst/>
          </a:prstGeom>
          <a:noFill/>
        </p:spPr>
        <p:txBody>
          <a:bodyPr wrap="square">
            <a:spAutoFit/>
          </a:bodyPr>
          <a:lstStyle/>
          <a:p>
            <a:pPr marL="457200" indent="-457200">
              <a:spcAft>
                <a:spcPts val="1000"/>
              </a:spcAft>
              <a:buFont typeface="Wingdings" panose="05000000000000000000" pitchFamily="2" charset="2"/>
              <a:buChar char="Ø"/>
              <a:defRPr sz="2000"/>
            </a:pPr>
            <a:r>
              <a:rPr sz="3200" dirty="0"/>
              <a:t>Traffic congestion increases when signal timing is fixed and does not consider vehicle presence.</a:t>
            </a:r>
            <a:endParaRPr sz="3200" dirty="0"/>
          </a:p>
          <a:p>
            <a:pPr marL="457200" indent="-457200">
              <a:spcAft>
                <a:spcPts val="1000"/>
              </a:spcAft>
              <a:buFont typeface="Wingdings" panose="05000000000000000000" pitchFamily="2" charset="2"/>
              <a:buChar char="Ø"/>
              <a:defRPr sz="2000"/>
            </a:pPr>
            <a:r>
              <a:rPr sz="3200" dirty="0"/>
              <a:t>An intelligent traffic signal can detect traffic density and select an appropriate signal state.</a:t>
            </a:r>
            <a:endParaRPr sz="3200" dirty="0"/>
          </a:p>
          <a:p>
            <a:pPr marL="457200" indent="-457200">
              <a:spcAft>
                <a:spcPts val="1000"/>
              </a:spcAft>
              <a:buFont typeface="Wingdings" panose="05000000000000000000" pitchFamily="2" charset="2"/>
              <a:buChar char="Ø"/>
              <a:defRPr sz="2000"/>
            </a:pPr>
            <a:r>
              <a:rPr sz="3200" dirty="0"/>
              <a:t>Combinational logic is useful because the output depends directly on the current sensor inputs.</a:t>
            </a:r>
            <a:endParaRPr sz="3200" dirty="0"/>
          </a:p>
          <a:p>
            <a:pPr marL="457200" indent="-457200">
              <a:spcAft>
                <a:spcPts val="1000"/>
              </a:spcAft>
              <a:buFont typeface="Wingdings" panose="05000000000000000000" pitchFamily="2" charset="2"/>
              <a:buChar char="Ø"/>
              <a:defRPr sz="2000"/>
            </a:pPr>
            <a:r>
              <a:rPr sz="3200" dirty="0"/>
              <a:t>The proposed system uses simple sensors and logic gates to demonstrate automatic signal detection</a:t>
            </a:r>
            <a:r>
              <a:rPr dirty="0"/>
              <a:t>.</a:t>
            </a:r>
            <a:endParaRPr dirty="0"/>
          </a:p>
        </p:txBody>
      </p:sp>
      <p:sp>
        <p:nvSpPr>
          <p:cNvPr id="4" name="TextBox 3"/>
          <p:cNvSpPr txBox="1"/>
          <p:nvPr/>
        </p:nvSpPr>
        <p:spPr>
          <a:xfrm>
            <a:off x="10789920" y="6446520"/>
            <a:ext cx="914400" cy="228600"/>
          </a:xfrm>
          <a:prstGeom prst="rect">
            <a:avLst/>
          </a:prstGeom>
          <a:noFill/>
        </p:spPr>
        <p:txBody>
          <a:bodyPr wrap="none">
            <a:spAutoFit/>
          </a:bodyPr>
          <a:lstStyle/>
          <a:p>
            <a:pPr algn="r">
              <a:defRPr sz="1000"/>
            </a:pPr>
            <a:r>
              <a:t>2</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2426" y="357684"/>
            <a:ext cx="6484374" cy="517387"/>
          </a:xfrm>
        </p:spPr>
        <p:txBody>
          <a:bodyPr>
            <a:normAutofit fontScale="90000"/>
          </a:bodyPr>
          <a:lstStyle/>
          <a:p>
            <a:pPr>
              <a:defRPr sz="2800" b="1"/>
            </a:pPr>
            <a:r>
              <a:rPr dirty="0"/>
              <a:t> </a:t>
            </a:r>
            <a:r>
              <a:rPr sz="4800" dirty="0">
                <a:solidFill>
                  <a:schemeClr val="accent1">
                    <a:lumMod val="60000"/>
                    <a:lumOff val="40000"/>
                  </a:schemeClr>
                </a:solidFill>
              </a:rPr>
              <a:t>Objective</a:t>
            </a:r>
            <a:endParaRPr sz="4800" dirty="0">
              <a:solidFill>
                <a:schemeClr val="accent1">
                  <a:lumMod val="60000"/>
                  <a:lumOff val="40000"/>
                </a:schemeClr>
              </a:solidFill>
            </a:endParaRPr>
          </a:p>
        </p:txBody>
      </p:sp>
      <p:sp>
        <p:nvSpPr>
          <p:cNvPr id="3" name="TextBox 2"/>
          <p:cNvSpPr txBox="1"/>
          <p:nvPr/>
        </p:nvSpPr>
        <p:spPr>
          <a:xfrm>
            <a:off x="731520" y="1463040"/>
            <a:ext cx="10789920" cy="5037276"/>
          </a:xfrm>
          <a:prstGeom prst="rect">
            <a:avLst/>
          </a:prstGeom>
          <a:noFill/>
        </p:spPr>
        <p:txBody>
          <a:bodyPr wrap="square">
            <a:spAutoFit/>
          </a:bodyPr>
          <a:lstStyle/>
          <a:p>
            <a:pPr marL="571500" indent="-571500">
              <a:spcAft>
                <a:spcPts val="1000"/>
              </a:spcAft>
              <a:buFont typeface="Wingdings" panose="05000000000000000000" pitchFamily="2" charset="2"/>
              <a:buChar char="Ø"/>
              <a:defRPr sz="2000"/>
            </a:pPr>
            <a:r>
              <a:rPr sz="3600" dirty="0"/>
              <a:t>Design a basic intelligent traffic signal controller using combinational logic.</a:t>
            </a:r>
            <a:endParaRPr sz="3600" dirty="0"/>
          </a:p>
          <a:p>
            <a:pPr marL="571500" indent="-571500">
              <a:spcAft>
                <a:spcPts val="1000"/>
              </a:spcAft>
              <a:buFont typeface="Wingdings" panose="05000000000000000000" pitchFamily="2" charset="2"/>
              <a:buChar char="Ø"/>
              <a:defRPr sz="2000"/>
            </a:pPr>
            <a:r>
              <a:rPr sz="3600" dirty="0"/>
              <a:t>Use vehicle-detection sensors as binary inputs.</a:t>
            </a:r>
            <a:endParaRPr sz="3600" dirty="0"/>
          </a:p>
          <a:p>
            <a:pPr marL="571500" indent="-571500">
              <a:spcAft>
                <a:spcPts val="1000"/>
              </a:spcAft>
              <a:buFont typeface="Wingdings" panose="05000000000000000000" pitchFamily="2" charset="2"/>
              <a:buChar char="Ø"/>
              <a:defRPr sz="2000"/>
            </a:pPr>
            <a:r>
              <a:rPr sz="3600" dirty="0"/>
              <a:t>Develop logic conditions for selecting the traffic signal with higher traffic demand.</a:t>
            </a:r>
            <a:endParaRPr sz="3600" dirty="0"/>
          </a:p>
          <a:p>
            <a:pPr marL="571500" indent="-571500">
              <a:spcAft>
                <a:spcPts val="1000"/>
              </a:spcAft>
              <a:buFont typeface="Wingdings" panose="05000000000000000000" pitchFamily="2" charset="2"/>
              <a:buChar char="Ø"/>
              <a:defRPr sz="2000"/>
            </a:pPr>
            <a:r>
              <a:rPr sz="3600" dirty="0"/>
              <a:t>Create a truth table and logic-gate representation.</a:t>
            </a:r>
            <a:endParaRPr sz="3600" dirty="0"/>
          </a:p>
          <a:p>
            <a:pPr marL="571500" indent="-571500">
              <a:spcAft>
                <a:spcPts val="1000"/>
              </a:spcAft>
              <a:buFont typeface="Wingdings" panose="05000000000000000000" pitchFamily="2" charset="2"/>
              <a:buChar char="Ø"/>
              <a:defRPr sz="2000"/>
            </a:pPr>
            <a:r>
              <a:rPr sz="3600" dirty="0"/>
              <a:t>Simulate and verify the circuit using a digital simulation tool such as Logisim.</a:t>
            </a:r>
            <a:endParaRPr sz="3600" dirty="0"/>
          </a:p>
        </p:txBody>
      </p:sp>
      <p:sp>
        <p:nvSpPr>
          <p:cNvPr id="4" name="TextBox 3"/>
          <p:cNvSpPr txBox="1"/>
          <p:nvPr/>
        </p:nvSpPr>
        <p:spPr>
          <a:xfrm>
            <a:off x="10789920" y="6446520"/>
            <a:ext cx="914400" cy="228600"/>
          </a:xfrm>
          <a:prstGeom prst="rect">
            <a:avLst/>
          </a:prstGeom>
          <a:noFill/>
        </p:spPr>
        <p:txBody>
          <a:bodyPr wrap="none">
            <a:spAutoFit/>
          </a:bodyPr>
          <a:lstStyle/>
          <a:p>
            <a:pPr algn="r">
              <a:defRPr sz="1000"/>
            </a:pPr>
            <a:r>
              <a:t>3</a:t>
            </a: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sz="5335">
                <a:solidFill>
                  <a:schemeClr val="accent1"/>
                </a:solidFill>
              </a:rPr>
              <a:t>Theory:</a:t>
            </a:r>
            <a:br>
              <a:rPr lang="en-US"/>
            </a:br>
            <a:br>
              <a:rPr lang="en-US"/>
            </a:br>
            <a:br>
              <a:rPr lang="en-US"/>
            </a:br>
            <a:r>
              <a:rPr lang="en-US" altLang="en-US"/>
              <a:t>An intelligent traffic signal system is designed to control traffic flow at road intersections by detecting the presence of vehicles and prioritizing emergency vehicles. It uses digital logic gates to process sensor inputs and produce the required traffic light outputs.</a:t>
            </a:r>
            <a:br>
              <a:rPr lang="en-US" altLang="en-US"/>
            </a:br>
            <a:r>
              <a:rPr lang="en-US" altLang="en-US"/>
              <a:t>A combinational logic circuit is a digital circuit in which the outputs depend only on the present inputs, not on previous inputs or stored information.</a:t>
            </a:r>
            <a:br>
              <a:rPr lang="en-US" altLang="en-US"/>
            </a:br>
            <a:r>
              <a:rPr lang="en-US" altLang="en-US"/>
              <a:t>In this project, sensors installed on two intersecting roads detect vehicles. An emergency sensor can also detect an ambulance or fire engine. The sensor signals are given to logic gates such as AND, OR, and NOT gates to decide which traffic signal should be green or red.</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87857" y="167640"/>
            <a:ext cx="9906000" cy="801042"/>
          </a:xfrm>
        </p:spPr>
        <p:txBody>
          <a:bodyPr/>
          <a:p>
            <a:r>
              <a:rPr lang="en-US" altLang="en-US" sz="4800">
                <a:solidFill>
                  <a:schemeClr val="accent1"/>
                </a:solidFill>
              </a:rPr>
              <a:t>Logic Gates</a:t>
            </a:r>
            <a:endParaRPr lang="en-US" altLang="en-US" sz="4800">
              <a:solidFill>
                <a:schemeClr val="accent1"/>
              </a:solidFill>
            </a:endParaRPr>
          </a:p>
        </p:txBody>
      </p:sp>
      <p:pic>
        <p:nvPicPr>
          <p:cNvPr id="3" name="Picture 2"/>
          <p:cNvPicPr>
            <a:picLocks noChangeAspect="1"/>
          </p:cNvPicPr>
          <p:nvPr/>
        </p:nvPicPr>
        <p:blipFill>
          <a:blip r:embed="rId1"/>
          <a:stretch>
            <a:fillRect/>
          </a:stretch>
        </p:blipFill>
        <p:spPr>
          <a:xfrm>
            <a:off x="448310" y="968375"/>
            <a:ext cx="11295380" cy="54622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0515600" cy="1143000"/>
          </a:xfrm>
        </p:spPr>
        <p:txBody>
          <a:bodyPr>
            <a:normAutofit/>
          </a:bodyPr>
          <a:lstStyle/>
          <a:p>
            <a:pPr>
              <a:defRPr sz="2800" b="1"/>
            </a:pPr>
            <a:r>
              <a:rPr sz="4000" dirty="0">
                <a:solidFill>
                  <a:schemeClr val="accent2">
                    <a:lumMod val="75000"/>
                  </a:schemeClr>
                </a:solidFill>
              </a:rPr>
              <a:t>Block Diagram</a:t>
            </a:r>
            <a:endParaRPr sz="4000" dirty="0">
              <a:solidFill>
                <a:schemeClr val="accent2">
                  <a:lumMod val="75000"/>
                </a:schemeClr>
              </a:solidFill>
            </a:endParaRPr>
          </a:p>
        </p:txBody>
      </p:sp>
      <p:sp>
        <p:nvSpPr>
          <p:cNvPr id="3" name="Rounded Rectangle 2"/>
          <p:cNvSpPr/>
          <p:nvPr/>
        </p:nvSpPr>
        <p:spPr>
          <a:xfrm>
            <a:off x="548640" y="1828800"/>
            <a:ext cx="1920240" cy="6400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600"/>
            </a:pPr>
            <a:r>
              <a:t>Road A Sensor</a:t>
            </a:r>
          </a:p>
        </p:txBody>
      </p:sp>
      <p:sp>
        <p:nvSpPr>
          <p:cNvPr id="4" name="Rounded Rectangle 3"/>
          <p:cNvSpPr/>
          <p:nvPr/>
        </p:nvSpPr>
        <p:spPr>
          <a:xfrm>
            <a:off x="548640" y="2926080"/>
            <a:ext cx="1920240" cy="6400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600"/>
            </a:pPr>
            <a:r>
              <a:t>Road B Sensor</a:t>
            </a:r>
          </a:p>
        </p:txBody>
      </p:sp>
      <p:sp>
        <p:nvSpPr>
          <p:cNvPr id="5" name="Rounded Rectangle 4"/>
          <p:cNvSpPr/>
          <p:nvPr/>
        </p:nvSpPr>
        <p:spPr>
          <a:xfrm>
            <a:off x="548640" y="4023360"/>
            <a:ext cx="1920240" cy="6400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600"/>
            </a:pPr>
            <a:r>
              <a:t>Road C Sensor</a:t>
            </a:r>
          </a:p>
        </p:txBody>
      </p:sp>
      <p:sp>
        <p:nvSpPr>
          <p:cNvPr id="6" name="Rounded Rectangle 5"/>
          <p:cNvSpPr/>
          <p:nvPr/>
        </p:nvSpPr>
        <p:spPr>
          <a:xfrm>
            <a:off x="548640" y="5120640"/>
            <a:ext cx="1920240" cy="6400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600"/>
            </a:pPr>
            <a:r>
              <a:t>Road D Sensor</a:t>
            </a:r>
          </a:p>
        </p:txBody>
      </p:sp>
      <p:sp>
        <p:nvSpPr>
          <p:cNvPr id="7" name="Rounded Rectangle 6"/>
          <p:cNvSpPr/>
          <p:nvPr/>
        </p:nvSpPr>
        <p:spPr>
          <a:xfrm>
            <a:off x="3931920" y="2743200"/>
            <a:ext cx="2743200" cy="16459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2000"/>
            </a:pPr>
            <a:r>
              <a:t>Combinational</a:t>
            </a:r>
          </a:p>
          <a:p>
            <a:r>
              <a:t>Logic Circuit</a:t>
            </a:r>
          </a:p>
        </p:txBody>
      </p:sp>
      <p:sp>
        <p:nvSpPr>
          <p:cNvPr id="8" name="Rounded Rectangle 7"/>
          <p:cNvSpPr/>
          <p:nvPr/>
        </p:nvSpPr>
        <p:spPr>
          <a:xfrm>
            <a:off x="8229600" y="2743200"/>
            <a:ext cx="2560320" cy="16459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2000"/>
            </a:pPr>
            <a:r>
              <a:t>Traffic Signal</a:t>
            </a:r>
          </a:p>
          <a:p>
            <a:r>
              <a:t>Controller</a:t>
            </a:r>
          </a:p>
        </p:txBody>
      </p:sp>
      <p:cxnSp>
        <p:nvCxnSpPr>
          <p:cNvPr id="9" name="Connector 8"/>
          <p:cNvCxnSpPr/>
          <p:nvPr/>
        </p:nvCxnSpPr>
        <p:spPr>
          <a:xfrm>
            <a:off x="2468880" y="2148840"/>
            <a:ext cx="1463040" cy="141732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68880" y="3246120"/>
            <a:ext cx="1463040" cy="32004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468880" y="3566160"/>
            <a:ext cx="1463040" cy="77724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468880" y="3566160"/>
            <a:ext cx="1463040" cy="187452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675120" y="3566160"/>
            <a:ext cx="155448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789920" y="6446520"/>
            <a:ext cx="914400" cy="228600"/>
          </a:xfrm>
          <a:prstGeom prst="rect">
            <a:avLst/>
          </a:prstGeom>
          <a:noFill/>
        </p:spPr>
        <p:txBody>
          <a:bodyPr wrap="none">
            <a:spAutoFit/>
          </a:bodyPr>
          <a:lstStyle/>
          <a:p>
            <a:pPr algn="r">
              <a:defRPr sz="1000"/>
            </a:pPr>
            <a:r>
              <a:t>5</a:t>
            </a:r>
          </a:p>
        </p:txBody>
      </p:sp>
    </p:spTree>
  </p:cSld>
  <p:clrMapOvr>
    <a:masterClrMapping/>
  </p:clrMapOvr>
  <p:transition spd="slow">
    <p:comb/>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0908890" cy="1143000"/>
          </a:xfrm>
        </p:spPr>
        <p:txBody>
          <a:bodyPr/>
          <a:lstStyle/>
          <a:p>
            <a:pPr>
              <a:defRPr sz="2800" b="1"/>
            </a:pPr>
            <a:r>
              <a:rPr dirty="0"/>
              <a:t> </a:t>
            </a:r>
            <a:r>
              <a:rPr sz="3600" dirty="0">
                <a:solidFill>
                  <a:schemeClr val="accent6">
                    <a:lumMod val="75000"/>
                  </a:schemeClr>
                </a:solidFill>
              </a:rPr>
              <a:t>Truth Table – Two-Road Demonstration</a:t>
            </a:r>
            <a:endParaRPr sz="3600" dirty="0">
              <a:solidFill>
                <a:schemeClr val="accent6">
                  <a:lumMod val="75000"/>
                </a:schemeClr>
              </a:solidFill>
            </a:endParaRPr>
          </a:p>
        </p:txBody>
      </p:sp>
      <p:graphicFrame>
        <p:nvGraphicFramePr>
          <p:cNvPr id="3" name="Table 2"/>
          <p:cNvGraphicFramePr>
            <a:graphicFrameLocks noGrp="1"/>
          </p:cNvGraphicFramePr>
          <p:nvPr/>
        </p:nvGraphicFramePr>
        <p:xfrm>
          <a:off x="2011680" y="1582996"/>
          <a:ext cx="8046720" cy="3785420"/>
        </p:xfrm>
        <a:graphic>
          <a:graphicData uri="http://schemas.openxmlformats.org/drawingml/2006/table">
            <a:tbl>
              <a:tblPr firstRow="1" bandRow="1">
                <a:tableStyleId>{5C22544A-7EE6-4342-B048-85BDC9FD1C3A}</a:tableStyleId>
              </a:tblPr>
              <a:tblGrid>
                <a:gridCol w="2011680"/>
                <a:gridCol w="2011680"/>
                <a:gridCol w="2011680"/>
                <a:gridCol w="2011680"/>
              </a:tblGrid>
              <a:tr h="757084">
                <a:tc>
                  <a:txBody>
                    <a:bodyPr/>
                    <a:lstStyle/>
                    <a:p>
                      <a:pPr algn="ctr">
                        <a:defRPr sz="2000"/>
                      </a:pPr>
                      <a:r>
                        <a:rPr dirty="0"/>
                        <a:t>A</a:t>
                      </a:r>
                      <a:endParaRPr dirty="0"/>
                    </a:p>
                  </a:txBody>
                  <a:tcPr/>
                </a:tc>
                <a:tc>
                  <a:txBody>
                    <a:bodyPr/>
                    <a:lstStyle/>
                    <a:p>
                      <a:pPr algn="ctr">
                        <a:defRPr sz="2000"/>
                      </a:pPr>
                      <a:r>
                        <a:rPr dirty="0"/>
                        <a:t>B</a:t>
                      </a:r>
                      <a:endParaRPr dirty="0"/>
                    </a:p>
                  </a:txBody>
                  <a:tcPr/>
                </a:tc>
                <a:tc>
                  <a:txBody>
                    <a:bodyPr/>
                    <a:lstStyle/>
                    <a:p>
                      <a:pPr algn="ctr">
                        <a:defRPr sz="2000"/>
                      </a:pPr>
                      <a:r>
                        <a:t>GA = A·B̅</a:t>
                      </a:r>
                    </a:p>
                  </a:txBody>
                  <a:tcPr/>
                </a:tc>
                <a:tc>
                  <a:txBody>
                    <a:bodyPr/>
                    <a:lstStyle/>
                    <a:p>
                      <a:pPr algn="ctr">
                        <a:defRPr sz="2000"/>
                      </a:pPr>
                      <a:r>
                        <a:t>GB = B·A̅</a:t>
                      </a:r>
                    </a:p>
                  </a:txBody>
                  <a:tcPr/>
                </a:tc>
              </a:tr>
              <a:tr h="757084">
                <a:tc>
                  <a:txBody>
                    <a:bodyPr/>
                    <a:lstStyle/>
                    <a:p>
                      <a:pPr algn="ctr">
                        <a:defRPr sz="2000"/>
                      </a:pPr>
                      <a:r>
                        <a:t>0</a:t>
                      </a:r>
                    </a:p>
                  </a:txBody>
                  <a:tcPr/>
                </a:tc>
                <a:tc>
                  <a:txBody>
                    <a:bodyPr/>
                    <a:lstStyle/>
                    <a:p>
                      <a:pPr algn="ctr">
                        <a:defRPr sz="2000"/>
                      </a:pPr>
                      <a:r>
                        <a:t>0</a:t>
                      </a:r>
                    </a:p>
                  </a:txBody>
                  <a:tcPr/>
                </a:tc>
                <a:tc>
                  <a:txBody>
                    <a:bodyPr/>
                    <a:lstStyle/>
                    <a:p>
                      <a:pPr algn="ctr">
                        <a:defRPr sz="2000"/>
                      </a:pPr>
                      <a:r>
                        <a:t>0</a:t>
                      </a:r>
                    </a:p>
                  </a:txBody>
                  <a:tcPr/>
                </a:tc>
                <a:tc>
                  <a:txBody>
                    <a:bodyPr/>
                    <a:lstStyle/>
                    <a:p>
                      <a:pPr algn="ctr">
                        <a:defRPr sz="2000"/>
                      </a:pPr>
                      <a:r>
                        <a:t>0</a:t>
                      </a:r>
                    </a:p>
                  </a:txBody>
                  <a:tcPr/>
                </a:tc>
              </a:tr>
              <a:tr h="757084">
                <a:tc>
                  <a:txBody>
                    <a:bodyPr/>
                    <a:lstStyle/>
                    <a:p>
                      <a:pPr algn="ctr">
                        <a:defRPr sz="2000"/>
                      </a:pPr>
                      <a:r>
                        <a:t>0</a:t>
                      </a:r>
                    </a:p>
                  </a:txBody>
                  <a:tcPr/>
                </a:tc>
                <a:tc>
                  <a:txBody>
                    <a:bodyPr/>
                    <a:lstStyle/>
                    <a:p>
                      <a:pPr algn="ctr">
                        <a:defRPr sz="2000"/>
                      </a:pPr>
                      <a:r>
                        <a:t>1</a:t>
                      </a:r>
                    </a:p>
                  </a:txBody>
                  <a:tcPr/>
                </a:tc>
                <a:tc>
                  <a:txBody>
                    <a:bodyPr/>
                    <a:lstStyle/>
                    <a:p>
                      <a:pPr algn="ctr">
                        <a:defRPr sz="2000"/>
                      </a:pPr>
                      <a:r>
                        <a:t>0</a:t>
                      </a:r>
                    </a:p>
                  </a:txBody>
                  <a:tcPr/>
                </a:tc>
                <a:tc>
                  <a:txBody>
                    <a:bodyPr/>
                    <a:lstStyle/>
                    <a:p>
                      <a:pPr algn="ctr">
                        <a:defRPr sz="2000"/>
                      </a:pPr>
                      <a:r>
                        <a:t>1</a:t>
                      </a:r>
                    </a:p>
                  </a:txBody>
                  <a:tcPr/>
                </a:tc>
              </a:tr>
              <a:tr h="757084">
                <a:tc>
                  <a:txBody>
                    <a:bodyPr/>
                    <a:lstStyle/>
                    <a:p>
                      <a:pPr algn="ctr">
                        <a:defRPr sz="2000"/>
                      </a:pPr>
                      <a:r>
                        <a:t>1</a:t>
                      </a:r>
                    </a:p>
                  </a:txBody>
                  <a:tcPr/>
                </a:tc>
                <a:tc>
                  <a:txBody>
                    <a:bodyPr/>
                    <a:lstStyle/>
                    <a:p>
                      <a:pPr algn="ctr">
                        <a:defRPr sz="2000"/>
                      </a:pPr>
                      <a:r>
                        <a:t>0</a:t>
                      </a:r>
                    </a:p>
                  </a:txBody>
                  <a:tcPr/>
                </a:tc>
                <a:tc>
                  <a:txBody>
                    <a:bodyPr/>
                    <a:lstStyle/>
                    <a:p>
                      <a:pPr algn="ctr">
                        <a:defRPr sz="2000"/>
                      </a:pPr>
                      <a:r>
                        <a:t>1</a:t>
                      </a:r>
                    </a:p>
                  </a:txBody>
                  <a:tcPr/>
                </a:tc>
                <a:tc>
                  <a:txBody>
                    <a:bodyPr/>
                    <a:lstStyle/>
                    <a:p>
                      <a:pPr algn="ctr">
                        <a:defRPr sz="2000"/>
                      </a:pPr>
                      <a:r>
                        <a:t>0</a:t>
                      </a:r>
                    </a:p>
                  </a:txBody>
                  <a:tcPr/>
                </a:tc>
              </a:tr>
              <a:tr h="757084">
                <a:tc>
                  <a:txBody>
                    <a:bodyPr/>
                    <a:lstStyle/>
                    <a:p>
                      <a:pPr algn="ctr">
                        <a:defRPr sz="2000"/>
                      </a:pPr>
                      <a:r>
                        <a:t>1</a:t>
                      </a:r>
                    </a:p>
                  </a:txBody>
                  <a:tcPr/>
                </a:tc>
                <a:tc>
                  <a:txBody>
                    <a:bodyPr/>
                    <a:lstStyle/>
                    <a:p>
                      <a:pPr algn="ctr">
                        <a:defRPr sz="2000"/>
                      </a:pPr>
                      <a:r>
                        <a:t>1</a:t>
                      </a:r>
                    </a:p>
                  </a:txBody>
                  <a:tcPr/>
                </a:tc>
                <a:tc>
                  <a:txBody>
                    <a:bodyPr/>
                    <a:lstStyle/>
                    <a:p>
                      <a:pPr algn="ctr">
                        <a:defRPr sz="2000"/>
                      </a:pPr>
                      <a:r>
                        <a:t>0</a:t>
                      </a:r>
                    </a:p>
                  </a:txBody>
                  <a:tcPr/>
                </a:tc>
                <a:tc>
                  <a:txBody>
                    <a:bodyPr/>
                    <a:lstStyle/>
                    <a:p>
                      <a:pPr algn="ctr">
                        <a:defRPr sz="2000"/>
                      </a:pPr>
                      <a:r>
                        <a:rPr dirty="0"/>
                        <a:t>0</a:t>
                      </a:r>
                      <a:endParaRPr dirty="0"/>
                    </a:p>
                  </a:txBody>
                  <a:tcPr/>
                </a:tc>
              </a:tr>
            </a:tbl>
          </a:graphicData>
        </a:graphic>
      </p:graphicFrame>
      <p:sp>
        <p:nvSpPr>
          <p:cNvPr id="4" name="TextBox 3"/>
          <p:cNvSpPr txBox="1"/>
          <p:nvPr/>
        </p:nvSpPr>
        <p:spPr>
          <a:xfrm>
            <a:off x="1097280" y="5715000"/>
            <a:ext cx="10058400" cy="457200"/>
          </a:xfrm>
          <a:prstGeom prst="rect">
            <a:avLst/>
          </a:prstGeom>
          <a:noFill/>
        </p:spPr>
        <p:txBody>
          <a:bodyPr wrap="square">
            <a:spAutoFit/>
          </a:bodyPr>
          <a:lstStyle/>
          <a:p>
            <a:pPr>
              <a:spcAft>
                <a:spcPts val="1000"/>
              </a:spcAft>
              <a:defRPr sz="1400"/>
            </a:pPr>
            <a:r>
              <a:t>Note: The 11 condition is handled by a separate priority/decision rule in a practical controller.</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1000"/>
            </a:pPr>
            <a:r>
              <a:t>7</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ractur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0633587" cy="1143000"/>
          </a:xfrm>
        </p:spPr>
        <p:txBody>
          <a:bodyPr>
            <a:normAutofit/>
          </a:bodyPr>
          <a:lstStyle/>
          <a:p>
            <a:pPr>
              <a:defRPr sz="2800" b="1"/>
            </a:pPr>
            <a:r>
              <a:rPr sz="3600" dirty="0">
                <a:solidFill>
                  <a:schemeClr val="accent4">
                    <a:lumMod val="60000"/>
                    <a:lumOff val="40000"/>
                  </a:schemeClr>
                </a:solidFill>
              </a:rPr>
              <a:t>Applications and Limitations</a:t>
            </a:r>
            <a:endParaRPr sz="3600" dirty="0">
              <a:solidFill>
                <a:schemeClr val="accent4">
                  <a:lumMod val="60000"/>
                  <a:lumOff val="40000"/>
                </a:schemeClr>
              </a:solidFill>
            </a:endParaRPr>
          </a:p>
        </p:txBody>
      </p:sp>
      <p:sp>
        <p:nvSpPr>
          <p:cNvPr id="3" name="TextBox 2"/>
          <p:cNvSpPr txBox="1"/>
          <p:nvPr/>
        </p:nvSpPr>
        <p:spPr>
          <a:xfrm>
            <a:off x="487680" y="1920240"/>
            <a:ext cx="10789920" cy="4314001"/>
          </a:xfrm>
          <a:prstGeom prst="rect">
            <a:avLst/>
          </a:prstGeom>
          <a:noFill/>
        </p:spPr>
        <p:txBody>
          <a:bodyPr wrap="square">
            <a:spAutoFit/>
          </a:bodyPr>
          <a:lstStyle/>
          <a:p>
            <a:pPr>
              <a:spcAft>
                <a:spcPts val="1000"/>
              </a:spcAft>
              <a:defRPr sz="1800"/>
            </a:pPr>
            <a:r>
              <a:rPr sz="2400" dirty="0">
                <a:solidFill>
                  <a:schemeClr val="accent6">
                    <a:lumMod val="75000"/>
                  </a:schemeClr>
                </a:solidFill>
              </a:rPr>
              <a:t>Applications:</a:t>
            </a:r>
            <a:endParaRPr sz="2400" dirty="0">
              <a:solidFill>
                <a:schemeClr val="accent6">
                  <a:lumMod val="75000"/>
                </a:schemeClr>
              </a:solidFill>
            </a:endParaRPr>
          </a:p>
          <a:p>
            <a:pPr marL="800100" lvl="1" indent="-342900">
              <a:spcAft>
                <a:spcPts val="1000"/>
              </a:spcAft>
              <a:buFont typeface="Arial" panose="020B0604020202020204" pitchFamily="34" charset="0"/>
              <a:buChar char="•"/>
              <a:defRPr sz="1600"/>
            </a:pPr>
            <a:r>
              <a:rPr sz="2400" dirty="0"/>
              <a:t>Vehicle presence detection at junctions</a:t>
            </a:r>
            <a:endParaRPr sz="2400" dirty="0"/>
          </a:p>
          <a:p>
            <a:pPr marL="800100" lvl="1" indent="-342900">
              <a:spcAft>
                <a:spcPts val="1000"/>
              </a:spcAft>
              <a:buFont typeface="Arial" panose="020B0604020202020204" pitchFamily="34" charset="0"/>
              <a:buChar char="•"/>
              <a:defRPr sz="1600"/>
            </a:pPr>
            <a:r>
              <a:rPr sz="2400" dirty="0"/>
              <a:t>Smart traffic-light prototypes</a:t>
            </a:r>
            <a:endParaRPr sz="2400" dirty="0"/>
          </a:p>
          <a:p>
            <a:pPr marL="800100" lvl="1" indent="-342900">
              <a:spcAft>
                <a:spcPts val="1000"/>
              </a:spcAft>
              <a:buFont typeface="Arial" panose="020B0604020202020204" pitchFamily="34" charset="0"/>
              <a:buChar char="•"/>
              <a:defRPr sz="1600"/>
            </a:pPr>
            <a:r>
              <a:rPr sz="2400" dirty="0"/>
              <a:t>Educational digital-electronics demonstrations</a:t>
            </a:r>
            <a:endParaRPr sz="2400" dirty="0"/>
          </a:p>
          <a:p>
            <a:pPr>
              <a:spcAft>
                <a:spcPts val="1000"/>
              </a:spcAft>
              <a:defRPr sz="1800"/>
            </a:pPr>
            <a:r>
              <a:rPr sz="2400" dirty="0">
                <a:solidFill>
                  <a:schemeClr val="accent6">
                    <a:lumMod val="75000"/>
                  </a:schemeClr>
                </a:solidFill>
              </a:rPr>
              <a:t>Limitations:</a:t>
            </a:r>
            <a:endParaRPr sz="2400" dirty="0">
              <a:solidFill>
                <a:schemeClr val="accent6">
                  <a:lumMod val="75000"/>
                </a:schemeClr>
              </a:solidFill>
            </a:endParaRPr>
          </a:p>
          <a:p>
            <a:pPr marL="800100" lvl="1" indent="-342900">
              <a:spcAft>
                <a:spcPts val="1000"/>
              </a:spcAft>
              <a:buFont typeface="Arial" panose="020B0604020202020204" pitchFamily="34" charset="0"/>
              <a:buChar char="•"/>
              <a:defRPr sz="1600"/>
            </a:pPr>
            <a:r>
              <a:rPr sz="2400" dirty="0"/>
              <a:t>Basic combinational logic does not store traffic history.</a:t>
            </a:r>
            <a:endParaRPr sz="2400" dirty="0"/>
          </a:p>
          <a:p>
            <a:pPr marL="800100" lvl="1" indent="-342900">
              <a:spcAft>
                <a:spcPts val="1000"/>
              </a:spcAft>
              <a:buFont typeface="Arial" panose="020B0604020202020204" pitchFamily="34" charset="0"/>
              <a:buChar char="•"/>
              <a:defRPr sz="1600"/>
            </a:pPr>
            <a:r>
              <a:rPr sz="2400" dirty="0"/>
              <a:t>Real intersections need timers, pedestrian signals, safety interlocks, and more sensors.</a:t>
            </a:r>
            <a:endParaRPr sz="2400" dirty="0"/>
          </a:p>
          <a:p>
            <a:pPr marL="800100" lvl="1" indent="-342900">
              <a:spcAft>
                <a:spcPts val="1000"/>
              </a:spcAft>
              <a:buFont typeface="Arial" panose="020B0604020202020204" pitchFamily="34" charset="0"/>
              <a:buChar char="•"/>
              <a:defRPr sz="1600"/>
            </a:pPr>
            <a:r>
              <a:rPr sz="2400" dirty="0"/>
              <a:t>A larger system may require sequential logic or a microcontroller/PLC.</a:t>
            </a:r>
            <a:endParaRPr sz="2400" dirty="0"/>
          </a:p>
        </p:txBody>
      </p:sp>
      <p:sp>
        <p:nvSpPr>
          <p:cNvPr id="4" name="TextBox 3"/>
          <p:cNvSpPr txBox="1"/>
          <p:nvPr/>
        </p:nvSpPr>
        <p:spPr>
          <a:xfrm>
            <a:off x="10789920" y="6446520"/>
            <a:ext cx="914400" cy="228600"/>
          </a:xfrm>
          <a:prstGeom prst="rect">
            <a:avLst/>
          </a:prstGeom>
          <a:noFill/>
        </p:spPr>
        <p:txBody>
          <a:bodyPr wrap="none">
            <a:spAutoFit/>
          </a:bodyPr>
          <a:lstStyle/>
          <a:p>
            <a:pPr algn="r">
              <a:defRPr sz="1000"/>
            </a:pPr>
            <a:r>
              <a:t>11</a:t>
            </a:r>
          </a:p>
        </p:txBody>
      </p:sp>
    </p:spTree>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04672" y="29210"/>
            <a:ext cx="9906000" cy="801042"/>
          </a:xfrm>
        </p:spPr>
        <p:txBody>
          <a:bodyPr/>
          <a:p>
            <a:r>
              <a:rPr lang="en-US" sz="4800">
                <a:solidFill>
                  <a:schemeClr val="accent1"/>
                </a:solidFill>
              </a:rPr>
              <a:t>Simulation Result</a:t>
            </a:r>
            <a:endParaRPr lang="en-US" sz="4800">
              <a:solidFill>
                <a:schemeClr val="accent1"/>
              </a:solidFill>
            </a:endParaRPr>
          </a:p>
        </p:txBody>
      </p:sp>
      <p:pic>
        <p:nvPicPr>
          <p:cNvPr id="3" name="Picture 2"/>
          <p:cNvPicPr>
            <a:picLocks noChangeAspect="1"/>
          </p:cNvPicPr>
          <p:nvPr/>
        </p:nvPicPr>
        <p:blipFill>
          <a:blip r:embed="rId1"/>
          <a:stretch>
            <a:fillRect/>
          </a:stretch>
        </p:blipFill>
        <p:spPr>
          <a:xfrm>
            <a:off x="1135380" y="829945"/>
            <a:ext cx="9521190" cy="60280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480794"/>
            <a:ext cx="9905998" cy="2033806"/>
          </a:xfrm>
        </p:spPr>
        <p:txBody>
          <a:bodyPr/>
          <a:lstStyle/>
          <a:p>
            <a:pPr>
              <a:defRPr sz="2800" b="1"/>
            </a:pPr>
            <a:r>
              <a:rPr dirty="0"/>
              <a:t> </a:t>
            </a:r>
            <a:r>
              <a:rPr sz="4800" dirty="0">
                <a:solidFill>
                  <a:srgbClr val="FF0000"/>
                </a:solidFill>
              </a:rPr>
              <a:t>Conclusion</a:t>
            </a:r>
            <a:endParaRPr sz="4800" dirty="0">
              <a:solidFill>
                <a:srgbClr val="FF0000"/>
              </a:solidFill>
            </a:endParaRPr>
          </a:p>
        </p:txBody>
      </p:sp>
      <p:sp>
        <p:nvSpPr>
          <p:cNvPr id="3" name="TextBox 2"/>
          <p:cNvSpPr txBox="1"/>
          <p:nvPr/>
        </p:nvSpPr>
        <p:spPr>
          <a:xfrm>
            <a:off x="731520" y="1463040"/>
            <a:ext cx="10789920" cy="4914166"/>
          </a:xfrm>
          <a:prstGeom prst="rect">
            <a:avLst/>
          </a:prstGeom>
          <a:noFill/>
        </p:spPr>
        <p:txBody>
          <a:bodyPr wrap="square">
            <a:spAutoFit/>
          </a:bodyPr>
          <a:lstStyle/>
          <a:p>
            <a:pPr marL="342900" indent="-342900">
              <a:spcAft>
                <a:spcPts val="1000"/>
              </a:spcAft>
              <a:buFont typeface="Wingdings" panose="05000000000000000000" pitchFamily="2" charset="2"/>
              <a:buChar char="Ø"/>
              <a:defRPr sz="2000"/>
            </a:pPr>
            <a:r>
              <a:rPr sz="2800" dirty="0"/>
              <a:t>An intelligent traffic signal can be modeled using sensor inputs and combinational logic.</a:t>
            </a:r>
            <a:endParaRPr sz="2800" dirty="0"/>
          </a:p>
          <a:p>
            <a:pPr marL="342900" indent="-342900">
              <a:spcAft>
                <a:spcPts val="1000"/>
              </a:spcAft>
              <a:buFont typeface="Wingdings" panose="05000000000000000000" pitchFamily="2" charset="2"/>
              <a:buChar char="Ø"/>
              <a:defRPr sz="2000"/>
            </a:pPr>
            <a:r>
              <a:rPr sz="2800" dirty="0"/>
              <a:t>Boolean expressions and truth tables provide a systematic way to design and verify the circuit.</a:t>
            </a:r>
            <a:endParaRPr sz="2800" dirty="0"/>
          </a:p>
          <a:p>
            <a:pPr>
              <a:spcAft>
                <a:spcPts val="1000"/>
              </a:spcAft>
              <a:defRPr sz="2000"/>
            </a:pPr>
            <a:r>
              <a:rPr sz="2800" dirty="0"/>
              <a:t>Simulation helps confirm the logic before implementing hardware.</a:t>
            </a:r>
            <a:endParaRPr sz="2800" dirty="0"/>
          </a:p>
          <a:p>
            <a:pPr marL="342900" indent="-342900">
              <a:spcAft>
                <a:spcPts val="1000"/>
              </a:spcAft>
              <a:buFont typeface="Wingdings" panose="05000000000000000000" pitchFamily="2" charset="2"/>
              <a:buChar char="Ø"/>
              <a:defRPr sz="2000"/>
            </a:pPr>
            <a:r>
              <a:rPr sz="2800" dirty="0"/>
              <a:t>The project demonstrates how digital logic can be applied to a real-world traffic-control problem.</a:t>
            </a:r>
            <a:endParaRPr sz="2800" dirty="0"/>
          </a:p>
          <a:p>
            <a:pPr>
              <a:spcAft>
                <a:spcPts val="1000"/>
              </a:spcAft>
              <a:defRPr sz="2000"/>
            </a:pPr>
            <a:r>
              <a:rPr sz="2800" dirty="0"/>
              <a:t>Future enhancement: add traffic-density levels, timers, pedestrian inputs, and priority control.</a:t>
            </a:r>
            <a:endParaRPr sz="2800" dirty="0"/>
          </a:p>
        </p:txBody>
      </p:sp>
      <p:sp>
        <p:nvSpPr>
          <p:cNvPr id="4" name="TextBox 3"/>
          <p:cNvSpPr txBox="1"/>
          <p:nvPr/>
        </p:nvSpPr>
        <p:spPr>
          <a:xfrm>
            <a:off x="10789920" y="6446520"/>
            <a:ext cx="914400" cy="228600"/>
          </a:xfrm>
          <a:prstGeom prst="rect">
            <a:avLst/>
          </a:prstGeom>
          <a:noFill/>
        </p:spPr>
        <p:txBody>
          <a:bodyPr wrap="none">
            <a:spAutoFit/>
          </a:bodyPr>
          <a:lstStyle/>
          <a:p>
            <a:pPr algn="r">
              <a:defRPr sz="1000"/>
            </a:pPr>
            <a:r>
              <a:t>12</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3250">
        <p15:prstTrans prst="origami"/>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2130425" y="2282825"/>
            <a:ext cx="9906000" cy="2292350"/>
          </a:xfrm>
        </p:spPr>
        <p:txBody>
          <a:bodyPr>
            <a:normAutofit/>
          </a:bodyPr>
          <a:lstStyle/>
          <a:p>
            <a:r>
              <a:rPr lang="en-US" sz="7200"/>
              <a:t>THANK YOU</a:t>
            </a:r>
            <a:endParaRPr lang="en-US" sz="720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Dark Gradient</Template>
  <TotalTime>0</TotalTime>
  <Words>2785</Words>
  <Application>WPS Presentation</Application>
  <PresentationFormat>Widescreen</PresentationFormat>
  <Paragraphs>120</Paragraphs>
  <Slides>11</Slides>
  <Notes>0</Notes>
  <HiddenSlides>0</HiddenSlides>
  <MMClips>1</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SimSun</vt:lpstr>
      <vt:lpstr>Wingdings</vt:lpstr>
      <vt:lpstr>Aptos</vt:lpstr>
      <vt:lpstr>Arial Nova Light</vt:lpstr>
      <vt:lpstr>Microsoft YaHei</vt:lpstr>
      <vt:lpstr>Arial Unicode MS</vt:lpstr>
      <vt:lpstr>Calibri</vt:lpstr>
      <vt:lpstr>Segoe UI</vt:lpstr>
      <vt:lpstr>Dark Gradient</vt:lpstr>
      <vt:lpstr>Design and Simulation of an Intelligent Traffic Signal Detection System Using Combinational Logic</vt:lpstr>
      <vt:lpstr> Introduction</vt:lpstr>
      <vt:lpstr> Objectives</vt:lpstr>
      <vt:lpstr>PowerPoint 演示文稿</vt:lpstr>
      <vt:lpstr>PowerPoint 演示文稿</vt:lpstr>
      <vt:lpstr>Block Diagram</vt:lpstr>
      <vt:lpstr> Truth Table – Two-Road Demonstration</vt:lpstr>
      <vt:lpstr>Applications and Limitations</vt:lpstr>
      <vt:lpstr>PowerPoint 演示文稿</vt:lpstr>
      <vt:lpstr> 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Joshika Reddy</dc:creator>
  <dc:description>generated using python-pptx</dc:description>
  <cp:lastModifiedBy>Tenugu Pallavi</cp:lastModifiedBy>
  <cp:revision>3</cp:revision>
  <dcterms:created xsi:type="dcterms:W3CDTF">2013-01-27T09:14:00Z</dcterms:created>
  <dcterms:modified xsi:type="dcterms:W3CDTF">2026-10-15T07:34:48Z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2B8200BD527A4357A13C4ECE2D054CD0_12</vt:lpwstr>
  </property>
</Properties>
</file>